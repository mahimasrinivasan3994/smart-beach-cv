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3"/>
  </p:notesMasterIdLst>
  <p:sldIdLst>
    <p:sldId id="410" r:id="rId5"/>
    <p:sldId id="371" r:id="rId6"/>
    <p:sldId id="372" r:id="rId7"/>
    <p:sldId id="388" r:id="rId8"/>
    <p:sldId id="412" r:id="rId9"/>
    <p:sldId id="416" r:id="rId10"/>
    <p:sldId id="437" r:id="rId11"/>
    <p:sldId id="449" r:id="rId12"/>
    <p:sldId id="464" r:id="rId13"/>
    <p:sldId id="459" r:id="rId14"/>
    <p:sldId id="465" r:id="rId15"/>
    <p:sldId id="466" r:id="rId16"/>
    <p:sldId id="460" r:id="rId17"/>
    <p:sldId id="461" r:id="rId18"/>
    <p:sldId id="467" r:id="rId19"/>
    <p:sldId id="463" r:id="rId20"/>
    <p:sldId id="468" r:id="rId21"/>
    <p:sldId id="469" r:id="rId22"/>
    <p:sldId id="470" r:id="rId23"/>
    <p:sldId id="471" r:id="rId24"/>
    <p:sldId id="472" r:id="rId25"/>
    <p:sldId id="473" r:id="rId26"/>
    <p:sldId id="474" r:id="rId27"/>
    <p:sldId id="475" r:id="rId28"/>
    <p:sldId id="420" r:id="rId29"/>
    <p:sldId id="421" r:id="rId30"/>
    <p:sldId id="422" r:id="rId31"/>
    <p:sldId id="42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06BD7DA-BEB3-4CCD-81A6-F9F98D0EAA36}">
          <p14:sldIdLst>
            <p14:sldId id="410"/>
            <p14:sldId id="371"/>
            <p14:sldId id="372"/>
            <p14:sldId id="388"/>
            <p14:sldId id="412"/>
            <p14:sldId id="416"/>
            <p14:sldId id="437"/>
            <p14:sldId id="449"/>
            <p14:sldId id="464"/>
            <p14:sldId id="459"/>
            <p14:sldId id="465"/>
            <p14:sldId id="466"/>
            <p14:sldId id="460"/>
            <p14:sldId id="461"/>
            <p14:sldId id="467"/>
            <p14:sldId id="463"/>
            <p14:sldId id="468"/>
            <p14:sldId id="469"/>
            <p14:sldId id="470"/>
            <p14:sldId id="471"/>
            <p14:sldId id="472"/>
            <p14:sldId id="473"/>
            <p14:sldId id="474"/>
            <p14:sldId id="475"/>
            <p14:sldId id="420"/>
            <p14:sldId id="421"/>
            <p14:sldId id="422"/>
            <p14:sldId id="42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598" autoAdjust="0"/>
  </p:normalViewPr>
  <p:slideViewPr>
    <p:cSldViewPr snapToGrid="0">
      <p:cViewPr varScale="1">
        <p:scale>
          <a:sx n="74" d="100"/>
          <a:sy n="74" d="100"/>
        </p:scale>
        <p:origin x="3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AB06A-EEDC-421C-B5A0-5E9E5241A8E5}" type="datetimeFigureOut">
              <a:rPr lang="en-US" smtClean="0"/>
              <a:t>4/12/2024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9438-3EEF-4192-9815-F6F44770AE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FD177CC8-001B-43AD-8769-8F49681EBE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273115" cy="6858000"/>
          </a:xfrm>
          <a:custGeom>
            <a:avLst/>
            <a:gdLst>
              <a:gd name="connsiteX0" fmla="*/ 3348090 w 11273115"/>
              <a:gd name="connsiteY0" fmla="*/ 0 h 6858000"/>
              <a:gd name="connsiteX1" fmla="*/ 3350669 w 11273115"/>
              <a:gd name="connsiteY1" fmla="*/ 66 h 6858000"/>
              <a:gd name="connsiteX2" fmla="*/ 3350669 w 11273115"/>
              <a:gd name="connsiteY2" fmla="*/ 0 h 6858000"/>
              <a:gd name="connsiteX3" fmla="*/ 11272195 w 11273115"/>
              <a:gd name="connsiteY3" fmla="*/ 0 h 6858000"/>
              <a:gd name="connsiteX4" fmla="*/ 11272195 w 11273115"/>
              <a:gd name="connsiteY4" fmla="*/ 2961216 h 6858000"/>
              <a:gd name="connsiteX5" fmla="*/ 11271695 w 11273115"/>
              <a:gd name="connsiteY5" fmla="*/ 2961216 h 6858000"/>
              <a:gd name="connsiteX6" fmla="*/ 11273115 w 11273115"/>
              <a:gd name="connsiteY6" fmla="*/ 3017366 h 6858000"/>
              <a:gd name="connsiteX7" fmla="*/ 7818094 w 11273115"/>
              <a:gd name="connsiteY7" fmla="*/ 6846005 h 6858000"/>
              <a:gd name="connsiteX8" fmla="*/ 7660345 w 11273115"/>
              <a:gd name="connsiteY8" fmla="*/ 6858000 h 6858000"/>
              <a:gd name="connsiteX9" fmla="*/ 0 w 11273115"/>
              <a:gd name="connsiteY9" fmla="*/ 6858000 h 6858000"/>
              <a:gd name="connsiteX10" fmla="*/ 0 w 11273115"/>
              <a:gd name="connsiteY10" fmla="*/ 3105006 h 6858000"/>
              <a:gd name="connsiteX11" fmla="*/ 1984 w 11273115"/>
              <a:gd name="connsiteY11" fmla="*/ 3078405 h 6858000"/>
              <a:gd name="connsiteX12" fmla="*/ 3348090 w 11273115"/>
              <a:gd name="connsiteY12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273115" h="6858000">
                <a:moveTo>
                  <a:pt x="3348090" y="0"/>
                </a:moveTo>
                <a:lnTo>
                  <a:pt x="3350669" y="66"/>
                </a:lnTo>
                <a:lnTo>
                  <a:pt x="3350669" y="0"/>
                </a:lnTo>
                <a:lnTo>
                  <a:pt x="11272195" y="0"/>
                </a:lnTo>
                <a:lnTo>
                  <a:pt x="11272195" y="2961216"/>
                </a:lnTo>
                <a:lnTo>
                  <a:pt x="11271695" y="2961216"/>
                </a:lnTo>
                <a:lnTo>
                  <a:pt x="11273115" y="3017366"/>
                </a:lnTo>
                <a:cubicBezTo>
                  <a:pt x="11273115" y="5009996"/>
                  <a:pt x="9758729" y="6648923"/>
                  <a:pt x="7818094" y="6846005"/>
                </a:cubicBezTo>
                <a:lnTo>
                  <a:pt x="7660345" y="6858000"/>
                </a:lnTo>
                <a:lnTo>
                  <a:pt x="0" y="6858000"/>
                </a:lnTo>
                <a:lnTo>
                  <a:pt x="0" y="3105006"/>
                </a:lnTo>
                <a:lnTo>
                  <a:pt x="1984" y="3078405"/>
                </a:lnTo>
                <a:cubicBezTo>
                  <a:pt x="174228" y="1349311"/>
                  <a:pt x="1606596" y="0"/>
                  <a:pt x="334809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D724945-48CE-43AA-A2D7-D18FC7CB7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F4C4F21-0086-44BC-AE2C-731756B16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21" y="4330696"/>
            <a:ext cx="11582479" cy="2527304"/>
          </a:xfrm>
          <a:custGeom>
            <a:avLst/>
            <a:gdLst>
              <a:gd name="connsiteX0" fmla="*/ 326075 w 8600365"/>
              <a:gd name="connsiteY0" fmla="*/ 0 h 1224926"/>
              <a:gd name="connsiteX1" fmla="*/ 8274290 w 8600365"/>
              <a:gd name="connsiteY1" fmla="*/ 0 h 1224926"/>
              <a:gd name="connsiteX2" fmla="*/ 8600365 w 8600365"/>
              <a:gd name="connsiteY2" fmla="*/ 326075 h 1224926"/>
              <a:gd name="connsiteX3" fmla="*/ 8600365 w 8600365"/>
              <a:gd name="connsiteY3" fmla="*/ 1224926 h 1224926"/>
              <a:gd name="connsiteX4" fmla="*/ 8600365 w 8600365"/>
              <a:gd name="connsiteY4" fmla="*/ 1224926 h 1224926"/>
              <a:gd name="connsiteX5" fmla="*/ 0 w 8600365"/>
              <a:gd name="connsiteY5" fmla="*/ 1224926 h 1224926"/>
              <a:gd name="connsiteX6" fmla="*/ 0 w 8600365"/>
              <a:gd name="connsiteY6" fmla="*/ 1224926 h 1224926"/>
              <a:gd name="connsiteX7" fmla="*/ 0 w 8600365"/>
              <a:gd name="connsiteY7" fmla="*/ 326075 h 1224926"/>
              <a:gd name="connsiteX8" fmla="*/ 326075 w 8600365"/>
              <a:gd name="connsiteY8" fmla="*/ 0 h 1224926"/>
              <a:gd name="connsiteX0" fmla="*/ 326075 w 8687289"/>
              <a:gd name="connsiteY0" fmla="*/ 0 h 1224926"/>
              <a:gd name="connsiteX1" fmla="*/ 8609570 w 8687289"/>
              <a:gd name="connsiteY1" fmla="*/ 0 h 1224926"/>
              <a:gd name="connsiteX2" fmla="*/ 8600365 w 8687289"/>
              <a:gd name="connsiteY2" fmla="*/ 326075 h 1224926"/>
              <a:gd name="connsiteX3" fmla="*/ 8600365 w 8687289"/>
              <a:gd name="connsiteY3" fmla="*/ 1224926 h 1224926"/>
              <a:gd name="connsiteX4" fmla="*/ 8600365 w 8687289"/>
              <a:gd name="connsiteY4" fmla="*/ 1224926 h 1224926"/>
              <a:gd name="connsiteX5" fmla="*/ 0 w 8687289"/>
              <a:gd name="connsiteY5" fmla="*/ 1224926 h 1224926"/>
              <a:gd name="connsiteX6" fmla="*/ 0 w 8687289"/>
              <a:gd name="connsiteY6" fmla="*/ 1224926 h 1224926"/>
              <a:gd name="connsiteX7" fmla="*/ 0 w 8687289"/>
              <a:gd name="connsiteY7" fmla="*/ 326075 h 1224926"/>
              <a:gd name="connsiteX8" fmla="*/ 326075 w 8687289"/>
              <a:gd name="connsiteY8" fmla="*/ 0 h 1224926"/>
              <a:gd name="connsiteX0" fmla="*/ 326075 w 8635417"/>
              <a:gd name="connsiteY0" fmla="*/ 0 h 1224926"/>
              <a:gd name="connsiteX1" fmla="*/ 8533370 w 8635417"/>
              <a:gd name="connsiteY1" fmla="*/ 0 h 1224926"/>
              <a:gd name="connsiteX2" fmla="*/ 8600365 w 8635417"/>
              <a:gd name="connsiteY2" fmla="*/ 326075 h 1224926"/>
              <a:gd name="connsiteX3" fmla="*/ 8600365 w 8635417"/>
              <a:gd name="connsiteY3" fmla="*/ 1224926 h 1224926"/>
              <a:gd name="connsiteX4" fmla="*/ 8600365 w 8635417"/>
              <a:gd name="connsiteY4" fmla="*/ 1224926 h 1224926"/>
              <a:gd name="connsiteX5" fmla="*/ 0 w 8635417"/>
              <a:gd name="connsiteY5" fmla="*/ 1224926 h 1224926"/>
              <a:gd name="connsiteX6" fmla="*/ 0 w 8635417"/>
              <a:gd name="connsiteY6" fmla="*/ 1224926 h 1224926"/>
              <a:gd name="connsiteX7" fmla="*/ 0 w 8635417"/>
              <a:gd name="connsiteY7" fmla="*/ 326075 h 1224926"/>
              <a:gd name="connsiteX8" fmla="*/ 326075 w 8635417"/>
              <a:gd name="connsiteY8" fmla="*/ 0 h 1224926"/>
              <a:gd name="connsiteX0" fmla="*/ 326075 w 8626903"/>
              <a:gd name="connsiteY0" fmla="*/ 0 h 1224926"/>
              <a:gd name="connsiteX1" fmla="*/ 8518130 w 8626903"/>
              <a:gd name="connsiteY1" fmla="*/ 0 h 1224926"/>
              <a:gd name="connsiteX2" fmla="*/ 8600365 w 8626903"/>
              <a:gd name="connsiteY2" fmla="*/ 326075 h 1224926"/>
              <a:gd name="connsiteX3" fmla="*/ 8600365 w 8626903"/>
              <a:gd name="connsiteY3" fmla="*/ 1224926 h 1224926"/>
              <a:gd name="connsiteX4" fmla="*/ 8600365 w 8626903"/>
              <a:gd name="connsiteY4" fmla="*/ 1224926 h 1224926"/>
              <a:gd name="connsiteX5" fmla="*/ 0 w 8626903"/>
              <a:gd name="connsiteY5" fmla="*/ 1224926 h 1224926"/>
              <a:gd name="connsiteX6" fmla="*/ 0 w 8626903"/>
              <a:gd name="connsiteY6" fmla="*/ 1224926 h 1224926"/>
              <a:gd name="connsiteX7" fmla="*/ 0 w 8626903"/>
              <a:gd name="connsiteY7" fmla="*/ 326075 h 1224926"/>
              <a:gd name="connsiteX8" fmla="*/ 326075 w 8626903"/>
              <a:gd name="connsiteY8" fmla="*/ 0 h 1224926"/>
              <a:gd name="connsiteX0" fmla="*/ 326075 w 8600365"/>
              <a:gd name="connsiteY0" fmla="*/ 0 h 1224926"/>
              <a:gd name="connsiteX1" fmla="*/ 8518130 w 8600365"/>
              <a:gd name="connsiteY1" fmla="*/ 0 h 1224926"/>
              <a:gd name="connsiteX2" fmla="*/ 8600365 w 8600365"/>
              <a:gd name="connsiteY2" fmla="*/ 326075 h 1224926"/>
              <a:gd name="connsiteX3" fmla="*/ 8600365 w 8600365"/>
              <a:gd name="connsiteY3" fmla="*/ 1224926 h 1224926"/>
              <a:gd name="connsiteX4" fmla="*/ 8600365 w 8600365"/>
              <a:gd name="connsiteY4" fmla="*/ 1224926 h 1224926"/>
              <a:gd name="connsiteX5" fmla="*/ 0 w 8600365"/>
              <a:gd name="connsiteY5" fmla="*/ 1224926 h 1224926"/>
              <a:gd name="connsiteX6" fmla="*/ 0 w 8600365"/>
              <a:gd name="connsiteY6" fmla="*/ 1224926 h 1224926"/>
              <a:gd name="connsiteX7" fmla="*/ 0 w 8600365"/>
              <a:gd name="connsiteY7" fmla="*/ 326075 h 1224926"/>
              <a:gd name="connsiteX8" fmla="*/ 326075 w 8600365"/>
              <a:gd name="connsiteY8" fmla="*/ 0 h 1224926"/>
              <a:gd name="connsiteX0" fmla="*/ 326075 w 8600365"/>
              <a:gd name="connsiteY0" fmla="*/ 0 h 1224926"/>
              <a:gd name="connsiteX1" fmla="*/ 8518130 w 8600365"/>
              <a:gd name="connsiteY1" fmla="*/ 0 h 1224926"/>
              <a:gd name="connsiteX2" fmla="*/ 8600365 w 8600365"/>
              <a:gd name="connsiteY2" fmla="*/ 764225 h 1224926"/>
              <a:gd name="connsiteX3" fmla="*/ 8600365 w 8600365"/>
              <a:gd name="connsiteY3" fmla="*/ 1224926 h 1224926"/>
              <a:gd name="connsiteX4" fmla="*/ 8600365 w 8600365"/>
              <a:gd name="connsiteY4" fmla="*/ 1224926 h 1224926"/>
              <a:gd name="connsiteX5" fmla="*/ 0 w 8600365"/>
              <a:gd name="connsiteY5" fmla="*/ 1224926 h 1224926"/>
              <a:gd name="connsiteX6" fmla="*/ 0 w 8600365"/>
              <a:gd name="connsiteY6" fmla="*/ 1224926 h 1224926"/>
              <a:gd name="connsiteX7" fmla="*/ 0 w 8600365"/>
              <a:gd name="connsiteY7" fmla="*/ 326075 h 1224926"/>
              <a:gd name="connsiteX8" fmla="*/ 326075 w 8600365"/>
              <a:gd name="connsiteY8" fmla="*/ 0 h 1224926"/>
              <a:gd name="connsiteX0" fmla="*/ 326075 w 8611111"/>
              <a:gd name="connsiteY0" fmla="*/ 0 h 1224926"/>
              <a:gd name="connsiteX1" fmla="*/ 8603855 w 8611111"/>
              <a:gd name="connsiteY1" fmla="*/ 0 h 1224926"/>
              <a:gd name="connsiteX2" fmla="*/ 8600365 w 8611111"/>
              <a:gd name="connsiteY2" fmla="*/ 764225 h 1224926"/>
              <a:gd name="connsiteX3" fmla="*/ 8600365 w 8611111"/>
              <a:gd name="connsiteY3" fmla="*/ 1224926 h 1224926"/>
              <a:gd name="connsiteX4" fmla="*/ 8600365 w 8611111"/>
              <a:gd name="connsiteY4" fmla="*/ 1224926 h 1224926"/>
              <a:gd name="connsiteX5" fmla="*/ 0 w 8611111"/>
              <a:gd name="connsiteY5" fmla="*/ 1224926 h 1224926"/>
              <a:gd name="connsiteX6" fmla="*/ 0 w 8611111"/>
              <a:gd name="connsiteY6" fmla="*/ 1224926 h 1224926"/>
              <a:gd name="connsiteX7" fmla="*/ 0 w 8611111"/>
              <a:gd name="connsiteY7" fmla="*/ 326075 h 1224926"/>
              <a:gd name="connsiteX8" fmla="*/ 326075 w 8611111"/>
              <a:gd name="connsiteY8" fmla="*/ 0 h 1224926"/>
              <a:gd name="connsiteX0" fmla="*/ 326075 w 8611111"/>
              <a:gd name="connsiteY0" fmla="*/ 0 h 1224926"/>
              <a:gd name="connsiteX1" fmla="*/ 8603855 w 8611111"/>
              <a:gd name="connsiteY1" fmla="*/ 0 h 1224926"/>
              <a:gd name="connsiteX2" fmla="*/ 8600365 w 8611111"/>
              <a:gd name="connsiteY2" fmla="*/ 764225 h 1224926"/>
              <a:gd name="connsiteX3" fmla="*/ 8600365 w 8611111"/>
              <a:gd name="connsiteY3" fmla="*/ 1224926 h 1224926"/>
              <a:gd name="connsiteX4" fmla="*/ 8600365 w 8611111"/>
              <a:gd name="connsiteY4" fmla="*/ 1224926 h 1224926"/>
              <a:gd name="connsiteX5" fmla="*/ 0 w 8611111"/>
              <a:gd name="connsiteY5" fmla="*/ 1224926 h 1224926"/>
              <a:gd name="connsiteX6" fmla="*/ 0 w 8611111"/>
              <a:gd name="connsiteY6" fmla="*/ 1224926 h 1224926"/>
              <a:gd name="connsiteX7" fmla="*/ 0 w 8611111"/>
              <a:gd name="connsiteY7" fmla="*/ 326075 h 1224926"/>
              <a:gd name="connsiteX8" fmla="*/ 326075 w 8611111"/>
              <a:gd name="connsiteY8" fmla="*/ 0 h 1224926"/>
              <a:gd name="connsiteX0" fmla="*/ 326075 w 8606958"/>
              <a:gd name="connsiteY0" fmla="*/ 0 h 1224926"/>
              <a:gd name="connsiteX1" fmla="*/ 8603855 w 8606958"/>
              <a:gd name="connsiteY1" fmla="*/ 0 h 1224926"/>
              <a:gd name="connsiteX2" fmla="*/ 8600365 w 8606958"/>
              <a:gd name="connsiteY2" fmla="*/ 764225 h 1224926"/>
              <a:gd name="connsiteX3" fmla="*/ 8600365 w 8606958"/>
              <a:gd name="connsiteY3" fmla="*/ 1224926 h 1224926"/>
              <a:gd name="connsiteX4" fmla="*/ 8600365 w 8606958"/>
              <a:gd name="connsiteY4" fmla="*/ 1224926 h 1224926"/>
              <a:gd name="connsiteX5" fmla="*/ 0 w 8606958"/>
              <a:gd name="connsiteY5" fmla="*/ 1224926 h 1224926"/>
              <a:gd name="connsiteX6" fmla="*/ 0 w 8606958"/>
              <a:gd name="connsiteY6" fmla="*/ 1224926 h 1224926"/>
              <a:gd name="connsiteX7" fmla="*/ 0 w 8606958"/>
              <a:gd name="connsiteY7" fmla="*/ 326075 h 1224926"/>
              <a:gd name="connsiteX8" fmla="*/ 326075 w 8606958"/>
              <a:gd name="connsiteY8" fmla="*/ 0 h 1224926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0 w 8606958"/>
              <a:gd name="connsiteY6" fmla="*/ 1237299 h 1237299"/>
              <a:gd name="connsiteX7" fmla="*/ 0 w 8606958"/>
              <a:gd name="connsiteY7" fmla="*/ 338448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0 w 8606958"/>
              <a:gd name="connsiteY6" fmla="*/ 1237299 h 1237299"/>
              <a:gd name="connsiteX7" fmla="*/ 405811 w 8606958"/>
              <a:gd name="connsiteY7" fmla="*/ 480737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0 w 8606958"/>
              <a:gd name="connsiteY6" fmla="*/ 1237299 h 1237299"/>
              <a:gd name="connsiteX7" fmla="*/ 405811 w 8606958"/>
              <a:gd name="connsiteY7" fmla="*/ 480737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585122 w 8606958"/>
              <a:gd name="connsiteY6" fmla="*/ 909415 h 1237299"/>
              <a:gd name="connsiteX7" fmla="*/ 405811 w 8606958"/>
              <a:gd name="connsiteY7" fmla="*/ 480737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585122 w 8606958"/>
              <a:gd name="connsiteY6" fmla="*/ 909415 h 1237299"/>
              <a:gd name="connsiteX7" fmla="*/ 405811 w 8606958"/>
              <a:gd name="connsiteY7" fmla="*/ 480737 h 1237299"/>
              <a:gd name="connsiteX8" fmla="*/ 1722819 w 8606958"/>
              <a:gd name="connsiteY8" fmla="*/ 0 h 1237299"/>
              <a:gd name="connsiteX0" fmla="*/ 1932911 w 8817050"/>
              <a:gd name="connsiteY0" fmla="*/ 0 h 1237299"/>
              <a:gd name="connsiteX1" fmla="*/ 8813947 w 8817050"/>
              <a:gd name="connsiteY1" fmla="*/ 12373 h 1237299"/>
              <a:gd name="connsiteX2" fmla="*/ 8810457 w 8817050"/>
              <a:gd name="connsiteY2" fmla="*/ 776598 h 1237299"/>
              <a:gd name="connsiteX3" fmla="*/ 8810457 w 8817050"/>
              <a:gd name="connsiteY3" fmla="*/ 1237299 h 1237299"/>
              <a:gd name="connsiteX4" fmla="*/ 8810457 w 8817050"/>
              <a:gd name="connsiteY4" fmla="*/ 1237299 h 1237299"/>
              <a:gd name="connsiteX5" fmla="*/ 210092 w 8817050"/>
              <a:gd name="connsiteY5" fmla="*/ 1237299 h 1237299"/>
              <a:gd name="connsiteX6" fmla="*/ 313904 w 8817050"/>
              <a:gd name="connsiteY6" fmla="*/ 810431 h 1237299"/>
              <a:gd name="connsiteX7" fmla="*/ 615903 w 8817050"/>
              <a:gd name="connsiteY7" fmla="*/ 480737 h 1237299"/>
              <a:gd name="connsiteX8" fmla="*/ 1932911 w 8817050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103812 w 8606958"/>
              <a:gd name="connsiteY6" fmla="*/ 810431 h 1237299"/>
              <a:gd name="connsiteX7" fmla="*/ 405811 w 8606958"/>
              <a:gd name="connsiteY7" fmla="*/ 480737 h 1237299"/>
              <a:gd name="connsiteX8" fmla="*/ 1722819 w 8606958"/>
              <a:gd name="connsiteY8" fmla="*/ 0 h 1237299"/>
              <a:gd name="connsiteX0" fmla="*/ 1731342 w 8615481"/>
              <a:gd name="connsiteY0" fmla="*/ 0 h 1237299"/>
              <a:gd name="connsiteX1" fmla="*/ 8612378 w 8615481"/>
              <a:gd name="connsiteY1" fmla="*/ 12373 h 1237299"/>
              <a:gd name="connsiteX2" fmla="*/ 8608888 w 8615481"/>
              <a:gd name="connsiteY2" fmla="*/ 776598 h 1237299"/>
              <a:gd name="connsiteX3" fmla="*/ 8608888 w 8615481"/>
              <a:gd name="connsiteY3" fmla="*/ 1237299 h 1237299"/>
              <a:gd name="connsiteX4" fmla="*/ 8608888 w 8615481"/>
              <a:gd name="connsiteY4" fmla="*/ 1237299 h 1237299"/>
              <a:gd name="connsiteX5" fmla="*/ 8523 w 8615481"/>
              <a:gd name="connsiteY5" fmla="*/ 1237299 h 1237299"/>
              <a:gd name="connsiteX6" fmla="*/ 112335 w 8615481"/>
              <a:gd name="connsiteY6" fmla="*/ 810431 h 1237299"/>
              <a:gd name="connsiteX7" fmla="*/ 414334 w 8615481"/>
              <a:gd name="connsiteY7" fmla="*/ 480737 h 1237299"/>
              <a:gd name="connsiteX8" fmla="*/ 1731342 w 8615481"/>
              <a:gd name="connsiteY8" fmla="*/ 0 h 1237299"/>
              <a:gd name="connsiteX0" fmla="*/ 1731342 w 8615481"/>
              <a:gd name="connsiteY0" fmla="*/ 0 h 1237299"/>
              <a:gd name="connsiteX1" fmla="*/ 8612378 w 8615481"/>
              <a:gd name="connsiteY1" fmla="*/ 12373 h 1237299"/>
              <a:gd name="connsiteX2" fmla="*/ 8608888 w 8615481"/>
              <a:gd name="connsiteY2" fmla="*/ 776598 h 1237299"/>
              <a:gd name="connsiteX3" fmla="*/ 8608888 w 8615481"/>
              <a:gd name="connsiteY3" fmla="*/ 1237299 h 1237299"/>
              <a:gd name="connsiteX4" fmla="*/ 8608888 w 8615481"/>
              <a:gd name="connsiteY4" fmla="*/ 1237299 h 1237299"/>
              <a:gd name="connsiteX5" fmla="*/ 8523 w 8615481"/>
              <a:gd name="connsiteY5" fmla="*/ 1237299 h 1237299"/>
              <a:gd name="connsiteX6" fmla="*/ 112335 w 8615481"/>
              <a:gd name="connsiteY6" fmla="*/ 810431 h 1237299"/>
              <a:gd name="connsiteX7" fmla="*/ 782395 w 8615481"/>
              <a:gd name="connsiteY7" fmla="*/ 251837 h 1237299"/>
              <a:gd name="connsiteX8" fmla="*/ 1731342 w 8615481"/>
              <a:gd name="connsiteY8" fmla="*/ 0 h 1237299"/>
              <a:gd name="connsiteX0" fmla="*/ 1731342 w 8615481"/>
              <a:gd name="connsiteY0" fmla="*/ 0 h 1237299"/>
              <a:gd name="connsiteX1" fmla="*/ 8612378 w 8615481"/>
              <a:gd name="connsiteY1" fmla="*/ 12373 h 1237299"/>
              <a:gd name="connsiteX2" fmla="*/ 8608888 w 8615481"/>
              <a:gd name="connsiteY2" fmla="*/ 776598 h 1237299"/>
              <a:gd name="connsiteX3" fmla="*/ 8608888 w 8615481"/>
              <a:gd name="connsiteY3" fmla="*/ 1237299 h 1237299"/>
              <a:gd name="connsiteX4" fmla="*/ 8608888 w 8615481"/>
              <a:gd name="connsiteY4" fmla="*/ 1237299 h 1237299"/>
              <a:gd name="connsiteX5" fmla="*/ 8523 w 8615481"/>
              <a:gd name="connsiteY5" fmla="*/ 1237299 h 1237299"/>
              <a:gd name="connsiteX6" fmla="*/ 112335 w 8615481"/>
              <a:gd name="connsiteY6" fmla="*/ 810431 h 1237299"/>
              <a:gd name="connsiteX7" fmla="*/ 782395 w 8615481"/>
              <a:gd name="connsiteY7" fmla="*/ 251837 h 1237299"/>
              <a:gd name="connsiteX8" fmla="*/ 1731342 w 8615481"/>
              <a:gd name="connsiteY8" fmla="*/ 0 h 1237299"/>
              <a:gd name="connsiteX0" fmla="*/ 1731342 w 8615481"/>
              <a:gd name="connsiteY0" fmla="*/ 0 h 1237299"/>
              <a:gd name="connsiteX1" fmla="*/ 8612378 w 8615481"/>
              <a:gd name="connsiteY1" fmla="*/ 12373 h 1237299"/>
              <a:gd name="connsiteX2" fmla="*/ 8608888 w 8615481"/>
              <a:gd name="connsiteY2" fmla="*/ 776598 h 1237299"/>
              <a:gd name="connsiteX3" fmla="*/ 8608888 w 8615481"/>
              <a:gd name="connsiteY3" fmla="*/ 1237299 h 1237299"/>
              <a:gd name="connsiteX4" fmla="*/ 8608888 w 8615481"/>
              <a:gd name="connsiteY4" fmla="*/ 1237299 h 1237299"/>
              <a:gd name="connsiteX5" fmla="*/ 8523 w 8615481"/>
              <a:gd name="connsiteY5" fmla="*/ 1237299 h 1237299"/>
              <a:gd name="connsiteX6" fmla="*/ 112335 w 8615481"/>
              <a:gd name="connsiteY6" fmla="*/ 810431 h 1237299"/>
              <a:gd name="connsiteX7" fmla="*/ 782395 w 8615481"/>
              <a:gd name="connsiteY7" fmla="*/ 251837 h 1237299"/>
              <a:gd name="connsiteX8" fmla="*/ 1731342 w 8615481"/>
              <a:gd name="connsiteY8" fmla="*/ 0 h 1237299"/>
              <a:gd name="connsiteX0" fmla="*/ 1727632 w 8611771"/>
              <a:gd name="connsiteY0" fmla="*/ 0 h 1237299"/>
              <a:gd name="connsiteX1" fmla="*/ 8608668 w 8611771"/>
              <a:gd name="connsiteY1" fmla="*/ 12373 h 1237299"/>
              <a:gd name="connsiteX2" fmla="*/ 8605178 w 8611771"/>
              <a:gd name="connsiteY2" fmla="*/ 776598 h 1237299"/>
              <a:gd name="connsiteX3" fmla="*/ 8605178 w 8611771"/>
              <a:gd name="connsiteY3" fmla="*/ 1237299 h 1237299"/>
              <a:gd name="connsiteX4" fmla="*/ 8605178 w 8611771"/>
              <a:gd name="connsiteY4" fmla="*/ 1237299 h 1237299"/>
              <a:gd name="connsiteX5" fmla="*/ 4813 w 8611771"/>
              <a:gd name="connsiteY5" fmla="*/ 1237299 h 1237299"/>
              <a:gd name="connsiteX6" fmla="*/ 108625 w 8611771"/>
              <a:gd name="connsiteY6" fmla="*/ 810431 h 1237299"/>
              <a:gd name="connsiteX7" fmla="*/ 778685 w 8611771"/>
              <a:gd name="connsiteY7" fmla="*/ 251837 h 1237299"/>
              <a:gd name="connsiteX8" fmla="*/ 1727632 w 8611771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103812 w 8606958"/>
              <a:gd name="connsiteY6" fmla="*/ 810431 h 1237299"/>
              <a:gd name="connsiteX7" fmla="*/ 773872 w 8606958"/>
              <a:gd name="connsiteY7" fmla="*/ 251837 h 1237299"/>
              <a:gd name="connsiteX8" fmla="*/ 1722819 w 8606958"/>
              <a:gd name="connsiteY8" fmla="*/ 0 h 1237299"/>
              <a:gd name="connsiteX0" fmla="*/ 1726697 w 8610836"/>
              <a:gd name="connsiteY0" fmla="*/ 0 h 1237299"/>
              <a:gd name="connsiteX1" fmla="*/ 8607733 w 8610836"/>
              <a:gd name="connsiteY1" fmla="*/ 12373 h 1237299"/>
              <a:gd name="connsiteX2" fmla="*/ 8604243 w 8610836"/>
              <a:gd name="connsiteY2" fmla="*/ 776598 h 1237299"/>
              <a:gd name="connsiteX3" fmla="*/ 8604243 w 8610836"/>
              <a:gd name="connsiteY3" fmla="*/ 1237299 h 1237299"/>
              <a:gd name="connsiteX4" fmla="*/ 8604243 w 8610836"/>
              <a:gd name="connsiteY4" fmla="*/ 1237299 h 1237299"/>
              <a:gd name="connsiteX5" fmla="*/ 3878 w 8610836"/>
              <a:gd name="connsiteY5" fmla="*/ 1237299 h 1237299"/>
              <a:gd name="connsiteX6" fmla="*/ 88815 w 8610836"/>
              <a:gd name="connsiteY6" fmla="*/ 810431 h 1237299"/>
              <a:gd name="connsiteX7" fmla="*/ 777750 w 8610836"/>
              <a:gd name="connsiteY7" fmla="*/ 251837 h 1237299"/>
              <a:gd name="connsiteX8" fmla="*/ 1726697 w 8610836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73872 w 8606958"/>
              <a:gd name="connsiteY7" fmla="*/ 251837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73872 w 8606958"/>
              <a:gd name="connsiteY7" fmla="*/ 251837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73872 w 8606958"/>
              <a:gd name="connsiteY7" fmla="*/ 251837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73872 w 8606958"/>
              <a:gd name="connsiteY7" fmla="*/ 251837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722819 w 8606958"/>
              <a:gd name="connsiteY8" fmla="*/ 0 h 1237299"/>
              <a:gd name="connsiteX0" fmla="*/ 1637882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637882 w 8606958"/>
              <a:gd name="connsiteY8" fmla="*/ 0 h 1237299"/>
              <a:gd name="connsiteX0" fmla="*/ 2298504 w 8606958"/>
              <a:gd name="connsiteY0" fmla="*/ 0 h 1249672"/>
              <a:gd name="connsiteX1" fmla="*/ 8603855 w 8606958"/>
              <a:gd name="connsiteY1" fmla="*/ 24746 h 1249672"/>
              <a:gd name="connsiteX2" fmla="*/ 8600365 w 8606958"/>
              <a:gd name="connsiteY2" fmla="*/ 788971 h 1249672"/>
              <a:gd name="connsiteX3" fmla="*/ 8600365 w 8606958"/>
              <a:gd name="connsiteY3" fmla="*/ 1249672 h 1249672"/>
              <a:gd name="connsiteX4" fmla="*/ 8600365 w 8606958"/>
              <a:gd name="connsiteY4" fmla="*/ 1249672 h 1249672"/>
              <a:gd name="connsiteX5" fmla="*/ 0 w 8606958"/>
              <a:gd name="connsiteY5" fmla="*/ 1249672 h 1249672"/>
              <a:gd name="connsiteX6" fmla="*/ 84937 w 8606958"/>
              <a:gd name="connsiteY6" fmla="*/ 822804 h 1249672"/>
              <a:gd name="connsiteX7" fmla="*/ 745560 w 8606958"/>
              <a:gd name="connsiteY7" fmla="*/ 251837 h 1249672"/>
              <a:gd name="connsiteX8" fmla="*/ 2298504 w 8606958"/>
              <a:gd name="connsiteY8" fmla="*/ 0 h 1249672"/>
              <a:gd name="connsiteX0" fmla="*/ 2298504 w 8606958"/>
              <a:gd name="connsiteY0" fmla="*/ 0 h 1249672"/>
              <a:gd name="connsiteX1" fmla="*/ 8603855 w 8606958"/>
              <a:gd name="connsiteY1" fmla="*/ 24746 h 1249672"/>
              <a:gd name="connsiteX2" fmla="*/ 8600365 w 8606958"/>
              <a:gd name="connsiteY2" fmla="*/ 788971 h 1249672"/>
              <a:gd name="connsiteX3" fmla="*/ 8600365 w 8606958"/>
              <a:gd name="connsiteY3" fmla="*/ 1249672 h 1249672"/>
              <a:gd name="connsiteX4" fmla="*/ 8600365 w 8606958"/>
              <a:gd name="connsiteY4" fmla="*/ 1249672 h 1249672"/>
              <a:gd name="connsiteX5" fmla="*/ 0 w 8606958"/>
              <a:gd name="connsiteY5" fmla="*/ 1249672 h 1249672"/>
              <a:gd name="connsiteX6" fmla="*/ 84937 w 8606958"/>
              <a:gd name="connsiteY6" fmla="*/ 822804 h 1249672"/>
              <a:gd name="connsiteX7" fmla="*/ 745560 w 8606958"/>
              <a:gd name="connsiteY7" fmla="*/ 251837 h 1249672"/>
              <a:gd name="connsiteX8" fmla="*/ 2298504 w 8606958"/>
              <a:gd name="connsiteY8" fmla="*/ 0 h 1249672"/>
              <a:gd name="connsiteX0" fmla="*/ 2298504 w 8606958"/>
              <a:gd name="connsiteY0" fmla="*/ 0 h 1249672"/>
              <a:gd name="connsiteX1" fmla="*/ 8603855 w 8606958"/>
              <a:gd name="connsiteY1" fmla="*/ 24746 h 1249672"/>
              <a:gd name="connsiteX2" fmla="*/ 8600365 w 8606958"/>
              <a:gd name="connsiteY2" fmla="*/ 788971 h 1249672"/>
              <a:gd name="connsiteX3" fmla="*/ 8600365 w 8606958"/>
              <a:gd name="connsiteY3" fmla="*/ 1249672 h 1249672"/>
              <a:gd name="connsiteX4" fmla="*/ 8600365 w 8606958"/>
              <a:gd name="connsiteY4" fmla="*/ 1249672 h 1249672"/>
              <a:gd name="connsiteX5" fmla="*/ 0 w 8606958"/>
              <a:gd name="connsiteY5" fmla="*/ 1249672 h 1249672"/>
              <a:gd name="connsiteX6" fmla="*/ 84937 w 8606958"/>
              <a:gd name="connsiteY6" fmla="*/ 822804 h 1249672"/>
              <a:gd name="connsiteX7" fmla="*/ 2298504 w 8606958"/>
              <a:gd name="connsiteY7" fmla="*/ 0 h 1249672"/>
              <a:gd name="connsiteX0" fmla="*/ 2600441 w 8908895"/>
              <a:gd name="connsiteY0" fmla="*/ 0 h 1249672"/>
              <a:gd name="connsiteX1" fmla="*/ 8905792 w 8908895"/>
              <a:gd name="connsiteY1" fmla="*/ 24746 h 1249672"/>
              <a:gd name="connsiteX2" fmla="*/ 8902302 w 8908895"/>
              <a:gd name="connsiteY2" fmla="*/ 788971 h 1249672"/>
              <a:gd name="connsiteX3" fmla="*/ 8902302 w 8908895"/>
              <a:gd name="connsiteY3" fmla="*/ 1249672 h 1249672"/>
              <a:gd name="connsiteX4" fmla="*/ 8902302 w 8908895"/>
              <a:gd name="connsiteY4" fmla="*/ 1249672 h 1249672"/>
              <a:gd name="connsiteX5" fmla="*/ 301937 w 8908895"/>
              <a:gd name="connsiteY5" fmla="*/ 1249672 h 1249672"/>
              <a:gd name="connsiteX6" fmla="*/ 2600441 w 8908895"/>
              <a:gd name="connsiteY6" fmla="*/ 0 h 1249672"/>
              <a:gd name="connsiteX0" fmla="*/ 2600441 w 8908895"/>
              <a:gd name="connsiteY0" fmla="*/ 0 h 1231113"/>
              <a:gd name="connsiteX1" fmla="*/ 8905792 w 8908895"/>
              <a:gd name="connsiteY1" fmla="*/ 6187 h 1231113"/>
              <a:gd name="connsiteX2" fmla="*/ 8902302 w 8908895"/>
              <a:gd name="connsiteY2" fmla="*/ 770412 h 1231113"/>
              <a:gd name="connsiteX3" fmla="*/ 8902302 w 8908895"/>
              <a:gd name="connsiteY3" fmla="*/ 1231113 h 1231113"/>
              <a:gd name="connsiteX4" fmla="*/ 8902302 w 8908895"/>
              <a:gd name="connsiteY4" fmla="*/ 1231113 h 1231113"/>
              <a:gd name="connsiteX5" fmla="*/ 301937 w 8908895"/>
              <a:gd name="connsiteY5" fmla="*/ 1231113 h 1231113"/>
              <a:gd name="connsiteX6" fmla="*/ 2600441 w 8908895"/>
              <a:gd name="connsiteY6" fmla="*/ 0 h 1231113"/>
              <a:gd name="connsiteX0" fmla="*/ 2716264 w 9024718"/>
              <a:gd name="connsiteY0" fmla="*/ 0 h 1231113"/>
              <a:gd name="connsiteX1" fmla="*/ 9021615 w 9024718"/>
              <a:gd name="connsiteY1" fmla="*/ 6187 h 1231113"/>
              <a:gd name="connsiteX2" fmla="*/ 9018125 w 9024718"/>
              <a:gd name="connsiteY2" fmla="*/ 770412 h 1231113"/>
              <a:gd name="connsiteX3" fmla="*/ 9018125 w 9024718"/>
              <a:gd name="connsiteY3" fmla="*/ 1231113 h 1231113"/>
              <a:gd name="connsiteX4" fmla="*/ 9018125 w 9024718"/>
              <a:gd name="connsiteY4" fmla="*/ 1231113 h 1231113"/>
              <a:gd name="connsiteX5" fmla="*/ 417760 w 9024718"/>
              <a:gd name="connsiteY5" fmla="*/ 1231113 h 1231113"/>
              <a:gd name="connsiteX6" fmla="*/ 2716264 w 9024718"/>
              <a:gd name="connsiteY6" fmla="*/ 0 h 1231113"/>
              <a:gd name="connsiteX0" fmla="*/ 2300894 w 8609348"/>
              <a:gd name="connsiteY0" fmla="*/ 0 h 1231113"/>
              <a:gd name="connsiteX1" fmla="*/ 8606245 w 8609348"/>
              <a:gd name="connsiteY1" fmla="*/ 6187 h 1231113"/>
              <a:gd name="connsiteX2" fmla="*/ 8602755 w 8609348"/>
              <a:gd name="connsiteY2" fmla="*/ 770412 h 1231113"/>
              <a:gd name="connsiteX3" fmla="*/ 8602755 w 8609348"/>
              <a:gd name="connsiteY3" fmla="*/ 1231113 h 1231113"/>
              <a:gd name="connsiteX4" fmla="*/ 8602755 w 8609348"/>
              <a:gd name="connsiteY4" fmla="*/ 1231113 h 1231113"/>
              <a:gd name="connsiteX5" fmla="*/ 2390 w 8609348"/>
              <a:gd name="connsiteY5" fmla="*/ 1231113 h 1231113"/>
              <a:gd name="connsiteX6" fmla="*/ 2300894 w 8609348"/>
              <a:gd name="connsiteY6" fmla="*/ 0 h 1231113"/>
              <a:gd name="connsiteX0" fmla="*/ 2299332 w 8607786"/>
              <a:gd name="connsiteY0" fmla="*/ 0 h 1231113"/>
              <a:gd name="connsiteX1" fmla="*/ 8604683 w 8607786"/>
              <a:gd name="connsiteY1" fmla="*/ 6187 h 1231113"/>
              <a:gd name="connsiteX2" fmla="*/ 8601193 w 8607786"/>
              <a:gd name="connsiteY2" fmla="*/ 770412 h 1231113"/>
              <a:gd name="connsiteX3" fmla="*/ 8601193 w 8607786"/>
              <a:gd name="connsiteY3" fmla="*/ 1231113 h 1231113"/>
              <a:gd name="connsiteX4" fmla="*/ 8601193 w 8607786"/>
              <a:gd name="connsiteY4" fmla="*/ 1231113 h 1231113"/>
              <a:gd name="connsiteX5" fmla="*/ 828 w 8607786"/>
              <a:gd name="connsiteY5" fmla="*/ 1231113 h 1231113"/>
              <a:gd name="connsiteX6" fmla="*/ 2299332 w 8607786"/>
              <a:gd name="connsiteY6" fmla="*/ 0 h 1231113"/>
              <a:gd name="connsiteX0" fmla="*/ 2298564 w 8607018"/>
              <a:gd name="connsiteY0" fmla="*/ 0 h 1231113"/>
              <a:gd name="connsiteX1" fmla="*/ 8603915 w 8607018"/>
              <a:gd name="connsiteY1" fmla="*/ 6187 h 1231113"/>
              <a:gd name="connsiteX2" fmla="*/ 8600425 w 8607018"/>
              <a:gd name="connsiteY2" fmla="*/ 770412 h 1231113"/>
              <a:gd name="connsiteX3" fmla="*/ 8600425 w 8607018"/>
              <a:gd name="connsiteY3" fmla="*/ 1231113 h 1231113"/>
              <a:gd name="connsiteX4" fmla="*/ 8600425 w 8607018"/>
              <a:gd name="connsiteY4" fmla="*/ 1231113 h 1231113"/>
              <a:gd name="connsiteX5" fmla="*/ 60 w 8607018"/>
              <a:gd name="connsiteY5" fmla="*/ 1231113 h 1231113"/>
              <a:gd name="connsiteX6" fmla="*/ 2298564 w 8607018"/>
              <a:gd name="connsiteY6" fmla="*/ 0 h 1231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607018" h="1231113">
                <a:moveTo>
                  <a:pt x="2298564" y="0"/>
                </a:moveTo>
                <a:lnTo>
                  <a:pt x="8603915" y="6187"/>
                </a:lnTo>
                <a:cubicBezTo>
                  <a:pt x="8612551" y="339562"/>
                  <a:pt x="8600425" y="590326"/>
                  <a:pt x="8600425" y="770412"/>
                </a:cubicBezTo>
                <a:lnTo>
                  <a:pt x="8600425" y="1231113"/>
                </a:lnTo>
                <a:lnTo>
                  <a:pt x="8600425" y="1231113"/>
                </a:lnTo>
                <a:lnTo>
                  <a:pt x="60" y="1231113"/>
                </a:lnTo>
                <a:cubicBezTo>
                  <a:pt x="-2693" y="979529"/>
                  <a:pt x="81279" y="0"/>
                  <a:pt x="2298564" y="0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</p:spPr>
        <p:txBody>
          <a:bodyPr anchor="t">
            <a:noAutofit/>
          </a:bodyPr>
          <a:lstStyle>
            <a:lvl1pPr marL="1371600">
              <a:lnSpc>
                <a:spcPct val="280000"/>
              </a:lnSpc>
              <a:spcBef>
                <a:spcPts val="1800"/>
              </a:spcBef>
              <a:defRPr>
                <a:solidFill>
                  <a:schemeClr val="bg2"/>
                </a:solidFill>
              </a:defRPr>
            </a:lvl1pPr>
          </a:lstStyle>
          <a:p>
            <a:r>
              <a:rPr lang="en-US" sz="4400">
                <a:solidFill>
                  <a:srgbClr val="FFFFFF"/>
                </a:solidFill>
              </a:rPr>
              <a:t>Click to edit Master title style</a:t>
            </a:r>
            <a:endParaRPr lang="en-US" sz="4400" dirty="0">
              <a:solidFill>
                <a:srgbClr val="FFFFFF"/>
              </a:solidFill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A0315CC-EC7D-4E65-936E-03F3BE220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77125" y="0"/>
            <a:ext cx="4714875" cy="6858000"/>
          </a:xfrm>
          <a:custGeom>
            <a:avLst/>
            <a:gdLst>
              <a:gd name="connsiteX0" fmla="*/ 3611850 w 4528607"/>
              <a:gd name="connsiteY0" fmla="*/ 0 h 6858000"/>
              <a:gd name="connsiteX1" fmla="*/ 4528607 w 4528607"/>
              <a:gd name="connsiteY1" fmla="*/ 0 h 6858000"/>
              <a:gd name="connsiteX2" fmla="*/ 4528607 w 4528607"/>
              <a:gd name="connsiteY2" fmla="*/ 6858000 h 6858000"/>
              <a:gd name="connsiteX3" fmla="*/ 0 w 4528607"/>
              <a:gd name="connsiteY3" fmla="*/ 6858000 h 6858000"/>
              <a:gd name="connsiteX4" fmla="*/ 157749 w 4528607"/>
              <a:gd name="connsiteY4" fmla="*/ 6846005 h 6858000"/>
              <a:gd name="connsiteX5" fmla="*/ 3612770 w 4528607"/>
              <a:gd name="connsiteY5" fmla="*/ 3017366 h 6858000"/>
              <a:gd name="connsiteX6" fmla="*/ 3611350 w 4528607"/>
              <a:gd name="connsiteY6" fmla="*/ 2961216 h 6858000"/>
              <a:gd name="connsiteX7" fmla="*/ 3611850 w 4528607"/>
              <a:gd name="connsiteY7" fmla="*/ 2961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28607" h="6858000">
                <a:moveTo>
                  <a:pt x="3611850" y="0"/>
                </a:moveTo>
                <a:lnTo>
                  <a:pt x="4528607" y="0"/>
                </a:lnTo>
                <a:lnTo>
                  <a:pt x="4528607" y="6858000"/>
                </a:lnTo>
                <a:lnTo>
                  <a:pt x="0" y="6858000"/>
                </a:lnTo>
                <a:lnTo>
                  <a:pt x="157749" y="6846005"/>
                </a:lnTo>
                <a:cubicBezTo>
                  <a:pt x="2098384" y="6648923"/>
                  <a:pt x="3612770" y="5009996"/>
                  <a:pt x="3612770" y="3017366"/>
                </a:cubicBezTo>
                <a:lnTo>
                  <a:pt x="3611350" y="2961216"/>
                </a:lnTo>
                <a:lnTo>
                  <a:pt x="3611850" y="2961216"/>
                </a:lnTo>
                <a:close/>
              </a:path>
            </a:pathLst>
          </a:custGeom>
          <a:solidFill>
            <a:schemeClr val="accent2">
              <a:lumMod val="75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AB5A3B-4D59-4E0D-9EA9-FAFC9BFBB5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00614" y="5920740"/>
            <a:ext cx="5476512" cy="723900"/>
          </a:xfrm>
        </p:spPr>
        <p:txBody>
          <a:bodyPr>
            <a:noAutofit/>
          </a:bodyPr>
          <a:lstStyle>
            <a:lvl1pPr>
              <a:buNone/>
              <a:defRPr sz="2000">
                <a:solidFill>
                  <a:schemeClr val="bg2"/>
                </a:solidFill>
              </a:defRPr>
            </a:lvl1pPr>
            <a:lvl2pPr>
              <a:buNone/>
              <a:defRPr sz="2000">
                <a:solidFill>
                  <a:schemeClr val="bg2"/>
                </a:solidFill>
              </a:defRPr>
            </a:lvl2pPr>
            <a:lvl3pPr>
              <a:buNone/>
              <a:defRPr sz="2000">
                <a:solidFill>
                  <a:schemeClr val="bg2"/>
                </a:solidFill>
              </a:defRPr>
            </a:lvl3pPr>
            <a:lvl4pPr>
              <a:buNone/>
              <a:defRPr sz="2000">
                <a:solidFill>
                  <a:schemeClr val="bg2"/>
                </a:solidFill>
              </a:defRPr>
            </a:lvl4pPr>
            <a:lvl5pPr>
              <a:buNone/>
              <a:defRPr sz="2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5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6C91E54-DBE4-467A-A827-2C5C88E61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880244"/>
            <a:ext cx="12192000" cy="397775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BAED78D-8293-4554-BA23-D14EC617A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525440"/>
            <a:ext cx="5390983" cy="196331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Click to edit Master title style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9EFAE44-6509-43CD-AB03-7B4944875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1" y="3377821"/>
            <a:ext cx="5181600" cy="2799142"/>
          </a:xfrm>
        </p:spPr>
        <p:txBody>
          <a:bodyPr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5749D8A-F20A-4228-9136-5891AE0352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4166" y="-1798"/>
            <a:ext cx="2846566" cy="2872294"/>
          </a:xfrm>
          <a:custGeom>
            <a:avLst/>
            <a:gdLst>
              <a:gd name="connsiteX0" fmla="*/ 2797 w 2846566"/>
              <a:gd name="connsiteY0" fmla="*/ 0 h 2838450"/>
              <a:gd name="connsiteX1" fmla="*/ 2846566 w 2846566"/>
              <a:gd name="connsiteY1" fmla="*/ 0 h 2838450"/>
              <a:gd name="connsiteX2" fmla="*/ 2846566 w 2846566"/>
              <a:gd name="connsiteY2" fmla="*/ 2838450 h 2838450"/>
              <a:gd name="connsiteX3" fmla="*/ 2091122 w 2846566"/>
              <a:gd name="connsiteY3" fmla="*/ 2838450 h 2838450"/>
              <a:gd name="connsiteX4" fmla="*/ 1974232 w 2846566"/>
              <a:gd name="connsiteY4" fmla="*/ 2820914 h 2838450"/>
              <a:gd name="connsiteX5" fmla="*/ 0 w 2846566"/>
              <a:gd name="connsiteY5" fmla="*/ 404262 h 2838450"/>
              <a:gd name="connsiteX6" fmla="*/ 2797 w 2846566"/>
              <a:gd name="connsiteY6" fmla="*/ 293225 h 283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46566" h="2838450">
                <a:moveTo>
                  <a:pt x="2797" y="0"/>
                </a:moveTo>
                <a:lnTo>
                  <a:pt x="2846566" y="0"/>
                </a:lnTo>
                <a:lnTo>
                  <a:pt x="2846566" y="2838450"/>
                </a:lnTo>
                <a:lnTo>
                  <a:pt x="2091122" y="2838450"/>
                </a:lnTo>
                <a:lnTo>
                  <a:pt x="1974232" y="2820914"/>
                </a:lnTo>
                <a:cubicBezTo>
                  <a:pt x="848632" y="2597020"/>
                  <a:pt x="0" y="1600146"/>
                  <a:pt x="0" y="404262"/>
                </a:cubicBezTo>
                <a:lnTo>
                  <a:pt x="2797" y="29322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A3C6DC1-25FD-4947-8211-89B20E599A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60733" y="-1798"/>
            <a:ext cx="2826990" cy="2854594"/>
          </a:xfrm>
          <a:custGeom>
            <a:avLst/>
            <a:gdLst>
              <a:gd name="connsiteX0" fmla="*/ 0 w 2826990"/>
              <a:gd name="connsiteY0" fmla="*/ 0 h 2854594"/>
              <a:gd name="connsiteX1" fmla="*/ 2826990 w 2826990"/>
              <a:gd name="connsiteY1" fmla="*/ 0 h 2854594"/>
              <a:gd name="connsiteX2" fmla="*/ 2826990 w 2826990"/>
              <a:gd name="connsiteY2" fmla="*/ 2854594 h 2854594"/>
              <a:gd name="connsiteX3" fmla="*/ 0 w 2826990"/>
              <a:gd name="connsiteY3" fmla="*/ 2854594 h 2854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6990" h="2854594">
                <a:moveTo>
                  <a:pt x="0" y="0"/>
                </a:moveTo>
                <a:lnTo>
                  <a:pt x="2826990" y="0"/>
                </a:lnTo>
                <a:lnTo>
                  <a:pt x="2826990" y="2854594"/>
                </a:lnTo>
                <a:lnTo>
                  <a:pt x="0" y="2854594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53C819AA-E73C-44C7-9928-5E1A8A22BC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14169" y="2856391"/>
            <a:ext cx="2846565" cy="4001609"/>
          </a:xfrm>
          <a:custGeom>
            <a:avLst/>
            <a:gdLst>
              <a:gd name="connsiteX0" fmla="*/ 2436721 w 2846565"/>
              <a:gd name="connsiteY0" fmla="*/ 0 h 4001609"/>
              <a:gd name="connsiteX1" fmla="*/ 2846565 w 2846565"/>
              <a:gd name="connsiteY1" fmla="*/ 0 h 4001609"/>
              <a:gd name="connsiteX2" fmla="*/ 2846565 w 2846565"/>
              <a:gd name="connsiteY2" fmla="*/ 4001609 h 4001609"/>
              <a:gd name="connsiteX3" fmla="*/ 2796 w 2846565"/>
              <a:gd name="connsiteY3" fmla="*/ 4001608 h 4001609"/>
              <a:gd name="connsiteX4" fmla="*/ 2796 w 2846565"/>
              <a:gd name="connsiteY4" fmla="*/ 2564348 h 4001609"/>
              <a:gd name="connsiteX5" fmla="*/ 0 w 2846565"/>
              <a:gd name="connsiteY5" fmla="*/ 2453758 h 4001609"/>
              <a:gd name="connsiteX6" fmla="*/ 2202875 w 2846565"/>
              <a:gd name="connsiteY6" fmla="*/ 12668 h 4001609"/>
              <a:gd name="connsiteX7" fmla="*/ 2436721 w 2846565"/>
              <a:gd name="connsiteY7" fmla="*/ 860 h 4001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46565" h="4001609">
                <a:moveTo>
                  <a:pt x="2436721" y="0"/>
                </a:moveTo>
                <a:lnTo>
                  <a:pt x="2846565" y="0"/>
                </a:lnTo>
                <a:lnTo>
                  <a:pt x="2846565" y="4001609"/>
                </a:lnTo>
                <a:lnTo>
                  <a:pt x="2796" y="4001608"/>
                </a:lnTo>
                <a:lnTo>
                  <a:pt x="2796" y="2564348"/>
                </a:lnTo>
                <a:lnTo>
                  <a:pt x="0" y="2453758"/>
                </a:lnTo>
                <a:cubicBezTo>
                  <a:pt x="0" y="1183283"/>
                  <a:pt x="965553" y="138326"/>
                  <a:pt x="2202875" y="12668"/>
                </a:cubicBezTo>
                <a:lnTo>
                  <a:pt x="2436721" y="86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64635F40-0058-44E0-95CD-8FFAE187647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56456" y="2828943"/>
            <a:ext cx="2835544" cy="4038805"/>
          </a:xfrm>
          <a:custGeom>
            <a:avLst/>
            <a:gdLst>
              <a:gd name="connsiteX0" fmla="*/ 0 w 2835544"/>
              <a:gd name="connsiteY0" fmla="*/ 0 h 4038805"/>
              <a:gd name="connsiteX1" fmla="*/ 2835544 w 2835544"/>
              <a:gd name="connsiteY1" fmla="*/ 0 h 4038805"/>
              <a:gd name="connsiteX2" fmla="*/ 2835544 w 2835544"/>
              <a:gd name="connsiteY2" fmla="*/ 4038805 h 4038805"/>
              <a:gd name="connsiteX3" fmla="*/ 0 w 2835544"/>
              <a:gd name="connsiteY3" fmla="*/ 4038805 h 40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544" h="4038805">
                <a:moveTo>
                  <a:pt x="0" y="0"/>
                </a:moveTo>
                <a:lnTo>
                  <a:pt x="2835544" y="0"/>
                </a:lnTo>
                <a:lnTo>
                  <a:pt x="2835544" y="4038805"/>
                </a:lnTo>
                <a:lnTo>
                  <a:pt x="0" y="403880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578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624BCA1-E0EF-42A1-B762-D68E4B984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5C258CF-58AC-4C7A-A953-392693E55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3537"/>
            <a:ext cx="12192000" cy="4463002"/>
          </a:xfrm>
          <a:custGeom>
            <a:avLst/>
            <a:gdLst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7449050 w 12192000"/>
              <a:gd name="connsiteY9" fmla="*/ 2210393 h 4463002"/>
              <a:gd name="connsiteX10" fmla="*/ 7294008 w 12192000"/>
              <a:gd name="connsiteY10" fmla="*/ 2210393 h 4463002"/>
              <a:gd name="connsiteX11" fmla="*/ 6051190 w 12192000"/>
              <a:gd name="connsiteY11" fmla="*/ 2210393 h 4463002"/>
              <a:gd name="connsiteX12" fmla="*/ 5343524 w 12192000"/>
              <a:gd name="connsiteY12" fmla="*/ 2210393 h 4463002"/>
              <a:gd name="connsiteX13" fmla="*/ 5343524 w 12192000"/>
              <a:gd name="connsiteY13" fmla="*/ 2209238 h 4463002"/>
              <a:gd name="connsiteX14" fmla="*/ 0 w 12192000"/>
              <a:gd name="connsiteY14" fmla="*/ 2209238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7449050 w 12192000"/>
              <a:gd name="connsiteY9" fmla="*/ 2210393 h 4463002"/>
              <a:gd name="connsiteX10" fmla="*/ 7294008 w 12192000"/>
              <a:gd name="connsiteY10" fmla="*/ 2210393 h 4463002"/>
              <a:gd name="connsiteX11" fmla="*/ 5343524 w 12192000"/>
              <a:gd name="connsiteY11" fmla="*/ 2210393 h 4463002"/>
              <a:gd name="connsiteX12" fmla="*/ 5343524 w 12192000"/>
              <a:gd name="connsiteY12" fmla="*/ 2209238 h 4463002"/>
              <a:gd name="connsiteX13" fmla="*/ 0 w 12192000"/>
              <a:gd name="connsiteY13" fmla="*/ 2209238 h 4463002"/>
              <a:gd name="connsiteX14" fmla="*/ 0 w 12192000"/>
              <a:gd name="connsiteY14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7449050 w 12192000"/>
              <a:gd name="connsiteY9" fmla="*/ 2210393 h 4463002"/>
              <a:gd name="connsiteX10" fmla="*/ 5343524 w 12192000"/>
              <a:gd name="connsiteY10" fmla="*/ 2210393 h 4463002"/>
              <a:gd name="connsiteX11" fmla="*/ 5343524 w 12192000"/>
              <a:gd name="connsiteY11" fmla="*/ 2209238 h 4463002"/>
              <a:gd name="connsiteX12" fmla="*/ 0 w 12192000"/>
              <a:gd name="connsiteY12" fmla="*/ 2209238 h 4463002"/>
              <a:gd name="connsiteX13" fmla="*/ 0 w 12192000"/>
              <a:gd name="connsiteY13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5343524 w 12192000"/>
              <a:gd name="connsiteY9" fmla="*/ 2210393 h 4463002"/>
              <a:gd name="connsiteX10" fmla="*/ 5343524 w 12192000"/>
              <a:gd name="connsiteY10" fmla="*/ 2209238 h 4463002"/>
              <a:gd name="connsiteX11" fmla="*/ 0 w 12192000"/>
              <a:gd name="connsiteY11" fmla="*/ 2209238 h 4463002"/>
              <a:gd name="connsiteX12" fmla="*/ 0 w 12192000"/>
              <a:gd name="connsiteY12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5343524 w 12192000"/>
              <a:gd name="connsiteY8" fmla="*/ 2210393 h 4463002"/>
              <a:gd name="connsiteX9" fmla="*/ 5343524 w 12192000"/>
              <a:gd name="connsiteY9" fmla="*/ 2209238 h 4463002"/>
              <a:gd name="connsiteX10" fmla="*/ 0 w 12192000"/>
              <a:gd name="connsiteY10" fmla="*/ 2209238 h 4463002"/>
              <a:gd name="connsiteX11" fmla="*/ 0 w 12192000"/>
              <a:gd name="connsiteY11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5343524 w 12192000"/>
              <a:gd name="connsiteY8" fmla="*/ 2210393 h 4463002"/>
              <a:gd name="connsiteX9" fmla="*/ 0 w 12192000"/>
              <a:gd name="connsiteY9" fmla="*/ 2209238 h 4463002"/>
              <a:gd name="connsiteX10" fmla="*/ 0 w 12192000"/>
              <a:gd name="connsiteY10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0 w 12192000"/>
              <a:gd name="connsiteY8" fmla="*/ 2209238 h 4463002"/>
              <a:gd name="connsiteX9" fmla="*/ 0 w 12192000"/>
              <a:gd name="connsiteY9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0 w 12192000"/>
              <a:gd name="connsiteY7" fmla="*/ 2209238 h 4463002"/>
              <a:gd name="connsiteX8" fmla="*/ 0 w 12192000"/>
              <a:gd name="connsiteY8" fmla="*/ 0 h 446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4463002">
                <a:moveTo>
                  <a:pt x="0" y="0"/>
                </a:moveTo>
                <a:lnTo>
                  <a:pt x="12192000" y="0"/>
                </a:lnTo>
                <a:lnTo>
                  <a:pt x="12192000" y="4463002"/>
                </a:lnTo>
                <a:cubicBezTo>
                  <a:pt x="12191459" y="4451584"/>
                  <a:pt x="12190919" y="4440167"/>
                  <a:pt x="12190378" y="4428749"/>
                </a:cubicBezTo>
                <a:cubicBezTo>
                  <a:pt x="12079768" y="3266647"/>
                  <a:pt x="11158638" y="2340865"/>
                  <a:pt x="9998648" y="2223060"/>
                </a:cubicBezTo>
                <a:lnTo>
                  <a:pt x="9764803" y="2211252"/>
                </a:lnTo>
                <a:lnTo>
                  <a:pt x="9764803" y="2210393"/>
                </a:lnTo>
                <a:lnTo>
                  <a:pt x="0" y="220923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F9CDC83-34B8-4E32-84EC-92854CEE4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3537"/>
            <a:ext cx="12192000" cy="4463002"/>
          </a:xfrm>
          <a:custGeom>
            <a:avLst/>
            <a:gdLst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7449050 w 12192000"/>
              <a:gd name="connsiteY9" fmla="*/ 2210393 h 4463002"/>
              <a:gd name="connsiteX10" fmla="*/ 7294008 w 12192000"/>
              <a:gd name="connsiteY10" fmla="*/ 2210393 h 4463002"/>
              <a:gd name="connsiteX11" fmla="*/ 6051190 w 12192000"/>
              <a:gd name="connsiteY11" fmla="*/ 2210393 h 4463002"/>
              <a:gd name="connsiteX12" fmla="*/ 5343524 w 12192000"/>
              <a:gd name="connsiteY12" fmla="*/ 2210393 h 4463002"/>
              <a:gd name="connsiteX13" fmla="*/ 5343524 w 12192000"/>
              <a:gd name="connsiteY13" fmla="*/ 2209238 h 4463002"/>
              <a:gd name="connsiteX14" fmla="*/ 0 w 12192000"/>
              <a:gd name="connsiteY14" fmla="*/ 2209238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7449050 w 12192000"/>
              <a:gd name="connsiteY9" fmla="*/ 2210393 h 4463002"/>
              <a:gd name="connsiteX10" fmla="*/ 7294008 w 12192000"/>
              <a:gd name="connsiteY10" fmla="*/ 2210393 h 4463002"/>
              <a:gd name="connsiteX11" fmla="*/ 5343524 w 12192000"/>
              <a:gd name="connsiteY11" fmla="*/ 2210393 h 4463002"/>
              <a:gd name="connsiteX12" fmla="*/ 5343524 w 12192000"/>
              <a:gd name="connsiteY12" fmla="*/ 2209238 h 4463002"/>
              <a:gd name="connsiteX13" fmla="*/ 0 w 12192000"/>
              <a:gd name="connsiteY13" fmla="*/ 2209238 h 4463002"/>
              <a:gd name="connsiteX14" fmla="*/ 0 w 12192000"/>
              <a:gd name="connsiteY14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7449050 w 12192000"/>
              <a:gd name="connsiteY9" fmla="*/ 2210393 h 4463002"/>
              <a:gd name="connsiteX10" fmla="*/ 5343524 w 12192000"/>
              <a:gd name="connsiteY10" fmla="*/ 2210393 h 4463002"/>
              <a:gd name="connsiteX11" fmla="*/ 5343524 w 12192000"/>
              <a:gd name="connsiteY11" fmla="*/ 2209238 h 4463002"/>
              <a:gd name="connsiteX12" fmla="*/ 0 w 12192000"/>
              <a:gd name="connsiteY12" fmla="*/ 2209238 h 4463002"/>
              <a:gd name="connsiteX13" fmla="*/ 0 w 12192000"/>
              <a:gd name="connsiteY13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5343524 w 12192000"/>
              <a:gd name="connsiteY9" fmla="*/ 2210393 h 4463002"/>
              <a:gd name="connsiteX10" fmla="*/ 5343524 w 12192000"/>
              <a:gd name="connsiteY10" fmla="*/ 2209238 h 4463002"/>
              <a:gd name="connsiteX11" fmla="*/ 0 w 12192000"/>
              <a:gd name="connsiteY11" fmla="*/ 2209238 h 4463002"/>
              <a:gd name="connsiteX12" fmla="*/ 0 w 12192000"/>
              <a:gd name="connsiteY12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5343524 w 12192000"/>
              <a:gd name="connsiteY8" fmla="*/ 2210393 h 4463002"/>
              <a:gd name="connsiteX9" fmla="*/ 5343524 w 12192000"/>
              <a:gd name="connsiteY9" fmla="*/ 2209238 h 4463002"/>
              <a:gd name="connsiteX10" fmla="*/ 0 w 12192000"/>
              <a:gd name="connsiteY10" fmla="*/ 2209238 h 4463002"/>
              <a:gd name="connsiteX11" fmla="*/ 0 w 12192000"/>
              <a:gd name="connsiteY11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5343524 w 12192000"/>
              <a:gd name="connsiteY8" fmla="*/ 2210393 h 4463002"/>
              <a:gd name="connsiteX9" fmla="*/ 0 w 12192000"/>
              <a:gd name="connsiteY9" fmla="*/ 2209238 h 4463002"/>
              <a:gd name="connsiteX10" fmla="*/ 0 w 12192000"/>
              <a:gd name="connsiteY10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0 w 12192000"/>
              <a:gd name="connsiteY8" fmla="*/ 2209238 h 4463002"/>
              <a:gd name="connsiteX9" fmla="*/ 0 w 12192000"/>
              <a:gd name="connsiteY9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0 w 12192000"/>
              <a:gd name="connsiteY7" fmla="*/ 2209238 h 4463002"/>
              <a:gd name="connsiteX8" fmla="*/ 0 w 12192000"/>
              <a:gd name="connsiteY8" fmla="*/ 0 h 446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4463002">
                <a:moveTo>
                  <a:pt x="0" y="0"/>
                </a:moveTo>
                <a:lnTo>
                  <a:pt x="12192000" y="0"/>
                </a:lnTo>
                <a:lnTo>
                  <a:pt x="12192000" y="4463002"/>
                </a:lnTo>
                <a:cubicBezTo>
                  <a:pt x="12191459" y="4451584"/>
                  <a:pt x="12190919" y="4440167"/>
                  <a:pt x="12190378" y="4428749"/>
                </a:cubicBezTo>
                <a:cubicBezTo>
                  <a:pt x="12079768" y="3266647"/>
                  <a:pt x="11158638" y="2340865"/>
                  <a:pt x="9998648" y="2223060"/>
                </a:cubicBezTo>
                <a:lnTo>
                  <a:pt x="9764803" y="2211252"/>
                </a:lnTo>
                <a:lnTo>
                  <a:pt x="9764803" y="2210393"/>
                </a:lnTo>
                <a:lnTo>
                  <a:pt x="0" y="220923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1E215A6-E6FC-4D5A-9881-E87CC750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"/>
            <a:ext cx="9432315" cy="2198972"/>
          </a:xfrm>
          <a:custGeom>
            <a:avLst/>
            <a:gdLst>
              <a:gd name="connsiteX0" fmla="*/ 0 w 10240035"/>
              <a:gd name="connsiteY0" fmla="*/ 0 h 2198971"/>
              <a:gd name="connsiteX1" fmla="*/ 10240035 w 10240035"/>
              <a:gd name="connsiteY1" fmla="*/ 0 h 2198971"/>
              <a:gd name="connsiteX2" fmla="*/ 10240035 w 10240035"/>
              <a:gd name="connsiteY2" fmla="*/ 0 h 2198971"/>
              <a:gd name="connsiteX3" fmla="*/ 10240035 w 10240035"/>
              <a:gd name="connsiteY3" fmla="*/ 1099486 h 2198971"/>
              <a:gd name="connsiteX4" fmla="*/ 9140549 w 10240035"/>
              <a:gd name="connsiteY4" fmla="*/ 2198972 h 2198971"/>
              <a:gd name="connsiteX5" fmla="*/ 1099486 w 10240035"/>
              <a:gd name="connsiteY5" fmla="*/ 2198971 h 2198971"/>
              <a:gd name="connsiteX6" fmla="*/ 0 w 10240035"/>
              <a:gd name="connsiteY6" fmla="*/ 1099485 h 2198971"/>
              <a:gd name="connsiteX7" fmla="*/ 0 w 10240035"/>
              <a:gd name="connsiteY7" fmla="*/ 0 h 2198971"/>
              <a:gd name="connsiteX8" fmla="*/ 0 w 10240035"/>
              <a:gd name="connsiteY8" fmla="*/ 0 h 2198971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10240035 w 10240035"/>
              <a:gd name="connsiteY2" fmla="*/ 0 h 2198972"/>
              <a:gd name="connsiteX3" fmla="*/ 914054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10240035 w 10240035"/>
              <a:gd name="connsiteY2" fmla="*/ 0 h 2198972"/>
              <a:gd name="connsiteX3" fmla="*/ 914054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10240035 w 10240035"/>
              <a:gd name="connsiteY2" fmla="*/ 0 h 2198972"/>
              <a:gd name="connsiteX3" fmla="*/ 889670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10240035 w 10240035"/>
              <a:gd name="connsiteY2" fmla="*/ 0 h 2198972"/>
              <a:gd name="connsiteX3" fmla="*/ 869858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10240035 w 10240035"/>
              <a:gd name="connsiteY2" fmla="*/ 0 h 2198972"/>
              <a:gd name="connsiteX3" fmla="*/ 831758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10240035 w 10240035"/>
              <a:gd name="connsiteY2" fmla="*/ 0 h 2198972"/>
              <a:gd name="connsiteX3" fmla="*/ 795182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10240035 w 10240035"/>
              <a:gd name="connsiteY2" fmla="*/ 0 h 2198972"/>
              <a:gd name="connsiteX3" fmla="*/ 795182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9371355 w 10240035"/>
              <a:gd name="connsiteY2" fmla="*/ 152400 h 2198972"/>
              <a:gd name="connsiteX3" fmla="*/ 795182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9371355 w 10240035"/>
              <a:gd name="connsiteY2" fmla="*/ 152400 h 2198972"/>
              <a:gd name="connsiteX3" fmla="*/ 795182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9371355 w 10240035"/>
              <a:gd name="connsiteY2" fmla="*/ 152400 h 2198972"/>
              <a:gd name="connsiteX3" fmla="*/ 795182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661291"/>
              <a:gd name="connsiteY0" fmla="*/ 0 h 2198972"/>
              <a:gd name="connsiteX1" fmla="*/ 10240035 w 10661291"/>
              <a:gd name="connsiteY1" fmla="*/ 0 h 2198972"/>
              <a:gd name="connsiteX2" fmla="*/ 7951829 w 10661291"/>
              <a:gd name="connsiteY2" fmla="*/ 2198972 h 2198972"/>
              <a:gd name="connsiteX3" fmla="*/ 1099486 w 10661291"/>
              <a:gd name="connsiteY3" fmla="*/ 2198971 h 2198972"/>
              <a:gd name="connsiteX4" fmla="*/ 0 w 10661291"/>
              <a:gd name="connsiteY4" fmla="*/ 1099485 h 2198972"/>
              <a:gd name="connsiteX5" fmla="*/ 0 w 10661291"/>
              <a:gd name="connsiteY5" fmla="*/ 0 h 2198972"/>
              <a:gd name="connsiteX6" fmla="*/ 0 w 10661291"/>
              <a:gd name="connsiteY6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1099485 h 2198972"/>
              <a:gd name="connsiteX5" fmla="*/ 0 w 10240035"/>
              <a:gd name="connsiteY5" fmla="*/ 0 h 2198972"/>
              <a:gd name="connsiteX6" fmla="*/ 0 w 10240035"/>
              <a:gd name="connsiteY6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1099485 h 2198972"/>
              <a:gd name="connsiteX5" fmla="*/ 0 w 10240035"/>
              <a:gd name="connsiteY5" fmla="*/ 0 h 2198972"/>
              <a:gd name="connsiteX6" fmla="*/ 0 w 10240035"/>
              <a:gd name="connsiteY6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1099485 h 2198972"/>
              <a:gd name="connsiteX5" fmla="*/ 0 w 10240035"/>
              <a:gd name="connsiteY5" fmla="*/ 0 h 2198972"/>
              <a:gd name="connsiteX6" fmla="*/ 0 w 10240035"/>
              <a:gd name="connsiteY6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1099485 h 2198972"/>
              <a:gd name="connsiteX5" fmla="*/ 0 w 10240035"/>
              <a:gd name="connsiteY5" fmla="*/ 0 h 2198972"/>
              <a:gd name="connsiteX6" fmla="*/ 0 w 10240035"/>
              <a:gd name="connsiteY6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1099485 h 2198972"/>
              <a:gd name="connsiteX5" fmla="*/ 0 w 10240035"/>
              <a:gd name="connsiteY5" fmla="*/ 0 h 2198972"/>
              <a:gd name="connsiteX6" fmla="*/ 0 w 10240035"/>
              <a:gd name="connsiteY6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1099485 h 2198972"/>
              <a:gd name="connsiteX5" fmla="*/ 0 w 10240035"/>
              <a:gd name="connsiteY5" fmla="*/ 0 h 2198972"/>
              <a:gd name="connsiteX6" fmla="*/ 0 w 10240035"/>
              <a:gd name="connsiteY6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0 h 2198972"/>
              <a:gd name="connsiteX5" fmla="*/ 0 w 10240035"/>
              <a:gd name="connsiteY5" fmla="*/ 0 h 2198972"/>
              <a:gd name="connsiteX0" fmla="*/ 80772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0 h 2198972"/>
              <a:gd name="connsiteX5" fmla="*/ 807720 w 10240035"/>
              <a:gd name="connsiteY5" fmla="*/ 0 h 2198972"/>
              <a:gd name="connsiteX0" fmla="*/ 900020 w 10332335"/>
              <a:gd name="connsiteY0" fmla="*/ 0 h 2198972"/>
              <a:gd name="connsiteX1" fmla="*/ 10332335 w 10332335"/>
              <a:gd name="connsiteY1" fmla="*/ 0 h 2198972"/>
              <a:gd name="connsiteX2" fmla="*/ 8044129 w 10332335"/>
              <a:gd name="connsiteY2" fmla="*/ 2198972 h 2198972"/>
              <a:gd name="connsiteX3" fmla="*/ 1191786 w 10332335"/>
              <a:gd name="connsiteY3" fmla="*/ 2198971 h 2198972"/>
              <a:gd name="connsiteX4" fmla="*/ 900020 w 10332335"/>
              <a:gd name="connsiteY4" fmla="*/ 0 h 2198972"/>
              <a:gd name="connsiteX0" fmla="*/ 325154 w 9757469"/>
              <a:gd name="connsiteY0" fmla="*/ 0 h 2198972"/>
              <a:gd name="connsiteX1" fmla="*/ 9757469 w 9757469"/>
              <a:gd name="connsiteY1" fmla="*/ 0 h 2198972"/>
              <a:gd name="connsiteX2" fmla="*/ 7469263 w 9757469"/>
              <a:gd name="connsiteY2" fmla="*/ 2198972 h 2198972"/>
              <a:gd name="connsiteX3" fmla="*/ 616920 w 9757469"/>
              <a:gd name="connsiteY3" fmla="*/ 2198971 h 2198972"/>
              <a:gd name="connsiteX4" fmla="*/ 325154 w 9757469"/>
              <a:gd name="connsiteY4" fmla="*/ 0 h 2198972"/>
              <a:gd name="connsiteX0" fmla="*/ 0 w 9432315"/>
              <a:gd name="connsiteY0" fmla="*/ 0 h 2198972"/>
              <a:gd name="connsiteX1" fmla="*/ 9432315 w 9432315"/>
              <a:gd name="connsiteY1" fmla="*/ 0 h 2198972"/>
              <a:gd name="connsiteX2" fmla="*/ 7144109 w 9432315"/>
              <a:gd name="connsiteY2" fmla="*/ 2198972 h 2198972"/>
              <a:gd name="connsiteX3" fmla="*/ 291766 w 9432315"/>
              <a:gd name="connsiteY3" fmla="*/ 2198971 h 2198972"/>
              <a:gd name="connsiteX4" fmla="*/ 0 w 9432315"/>
              <a:gd name="connsiteY4" fmla="*/ 0 h 2198972"/>
              <a:gd name="connsiteX0" fmla="*/ 69347 w 9501662"/>
              <a:gd name="connsiteY0" fmla="*/ 0 h 2198972"/>
              <a:gd name="connsiteX1" fmla="*/ 9501662 w 9501662"/>
              <a:gd name="connsiteY1" fmla="*/ 0 h 2198972"/>
              <a:gd name="connsiteX2" fmla="*/ 7213456 w 9501662"/>
              <a:gd name="connsiteY2" fmla="*/ 2198972 h 2198972"/>
              <a:gd name="connsiteX3" fmla="*/ 86793 w 9501662"/>
              <a:gd name="connsiteY3" fmla="*/ 2198971 h 2198972"/>
              <a:gd name="connsiteX4" fmla="*/ 69347 w 9501662"/>
              <a:gd name="connsiteY4" fmla="*/ 0 h 2198972"/>
              <a:gd name="connsiteX0" fmla="*/ 0 w 9432315"/>
              <a:gd name="connsiteY0" fmla="*/ 0 h 2198972"/>
              <a:gd name="connsiteX1" fmla="*/ 9432315 w 9432315"/>
              <a:gd name="connsiteY1" fmla="*/ 0 h 2198972"/>
              <a:gd name="connsiteX2" fmla="*/ 7144109 w 9432315"/>
              <a:gd name="connsiteY2" fmla="*/ 2198972 h 2198972"/>
              <a:gd name="connsiteX3" fmla="*/ 17446 w 9432315"/>
              <a:gd name="connsiteY3" fmla="*/ 2198971 h 2198972"/>
              <a:gd name="connsiteX4" fmla="*/ 0 w 9432315"/>
              <a:gd name="connsiteY4" fmla="*/ 0 h 2198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32315" h="2198972">
                <a:moveTo>
                  <a:pt x="0" y="0"/>
                </a:moveTo>
                <a:lnTo>
                  <a:pt x="9432315" y="0"/>
                </a:lnTo>
                <a:cubicBezTo>
                  <a:pt x="9248860" y="1235175"/>
                  <a:pt x="8210334" y="2137277"/>
                  <a:pt x="7144109" y="2198972"/>
                </a:cubicBezTo>
                <a:lnTo>
                  <a:pt x="17446" y="2198971"/>
                </a:lnTo>
                <a:cubicBezTo>
                  <a:pt x="30721" y="1146676"/>
                  <a:pt x="575" y="838935"/>
                  <a:pt x="0" y="0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</p:spPr>
        <p:txBody>
          <a:bodyPr/>
          <a:lstStyle>
            <a:lvl1pPr marL="548640">
              <a:lnSpc>
                <a:spcPct val="100000"/>
              </a:lnSpc>
              <a:defRPr>
                <a:solidFill>
                  <a:schemeClr val="bg2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Click to edit Master title style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04EC18E-B48D-4AD7-A5B5-3D57255D1A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6483" y="0"/>
            <a:ext cx="2773332" cy="2202508"/>
          </a:xfrm>
          <a:custGeom>
            <a:avLst/>
            <a:gdLst>
              <a:gd name="connsiteX0" fmla="*/ 0 w 2773332"/>
              <a:gd name="connsiteY0" fmla="*/ 0 h 2202508"/>
              <a:gd name="connsiteX1" fmla="*/ 2773332 w 2773332"/>
              <a:gd name="connsiteY1" fmla="*/ 0 h 2202508"/>
              <a:gd name="connsiteX2" fmla="*/ 2773332 w 2773332"/>
              <a:gd name="connsiteY2" fmla="*/ 2202508 h 2202508"/>
              <a:gd name="connsiteX3" fmla="*/ 0 w 2773332"/>
              <a:gd name="connsiteY3" fmla="*/ 2202508 h 2202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3332" h="2202508">
                <a:moveTo>
                  <a:pt x="0" y="0"/>
                </a:moveTo>
                <a:lnTo>
                  <a:pt x="2773332" y="0"/>
                </a:lnTo>
                <a:lnTo>
                  <a:pt x="2773332" y="2202508"/>
                </a:lnTo>
                <a:lnTo>
                  <a:pt x="0" y="2202508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FAE5A08C-2BA6-4754-806E-3BEAE8D2EC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6484" y="2202508"/>
            <a:ext cx="2773332" cy="2327746"/>
          </a:xfrm>
          <a:custGeom>
            <a:avLst/>
            <a:gdLst>
              <a:gd name="connsiteX0" fmla="*/ 0 w 2773332"/>
              <a:gd name="connsiteY0" fmla="*/ 0 h 2327746"/>
              <a:gd name="connsiteX1" fmla="*/ 2773332 w 2773332"/>
              <a:gd name="connsiteY1" fmla="*/ 0 h 2327746"/>
              <a:gd name="connsiteX2" fmla="*/ 2773332 w 2773332"/>
              <a:gd name="connsiteY2" fmla="*/ 2327746 h 2327746"/>
              <a:gd name="connsiteX3" fmla="*/ 0 w 2773332"/>
              <a:gd name="connsiteY3" fmla="*/ 2327746 h 2327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3332" h="2327746">
                <a:moveTo>
                  <a:pt x="0" y="0"/>
                </a:moveTo>
                <a:lnTo>
                  <a:pt x="2773332" y="0"/>
                </a:lnTo>
                <a:lnTo>
                  <a:pt x="2773332" y="2327746"/>
                </a:lnTo>
                <a:lnTo>
                  <a:pt x="0" y="2327746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BE1FA0E-416C-4623-840A-A04A5237BC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6484" y="4530254"/>
            <a:ext cx="2773332" cy="2327746"/>
          </a:xfrm>
          <a:custGeom>
            <a:avLst/>
            <a:gdLst>
              <a:gd name="connsiteX0" fmla="*/ 0 w 2773332"/>
              <a:gd name="connsiteY0" fmla="*/ 0 h 2327746"/>
              <a:gd name="connsiteX1" fmla="*/ 2773332 w 2773332"/>
              <a:gd name="connsiteY1" fmla="*/ 0 h 2327746"/>
              <a:gd name="connsiteX2" fmla="*/ 2773332 w 2773332"/>
              <a:gd name="connsiteY2" fmla="*/ 2327746 h 2327746"/>
              <a:gd name="connsiteX3" fmla="*/ 0 w 2773332"/>
              <a:gd name="connsiteY3" fmla="*/ 2327746 h 2327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3332" h="2327746">
                <a:moveTo>
                  <a:pt x="0" y="0"/>
                </a:moveTo>
                <a:lnTo>
                  <a:pt x="2773332" y="0"/>
                </a:lnTo>
                <a:lnTo>
                  <a:pt x="2773332" y="2327746"/>
                </a:lnTo>
                <a:lnTo>
                  <a:pt x="0" y="2327746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BD1FF0-3229-401F-AEC3-09AE70428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0" y="2794177"/>
            <a:ext cx="7476460" cy="33827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524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755B30B-7677-4AAC-9890-81A7EFF6B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E5F686-1654-4CE7-8DA0-0D626B36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AA6281C-6C47-45BE-9BDA-1518A016E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685798"/>
            <a:ext cx="4770783" cy="3217461"/>
          </a:xfrm>
        </p:spPr>
        <p:txBody>
          <a:bodyPr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algn="l"/>
            <a:r>
              <a:rPr lang="en-US">
                <a:solidFill>
                  <a:srgbClr val="FFFFFF"/>
                </a:solidFill>
              </a:rPr>
              <a:t>Click to edit Master title style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C1FE5B8-D695-49EA-BEA4-B9282CC4EF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57901" y="1"/>
            <a:ext cx="6134099" cy="6857999"/>
          </a:xfrm>
          <a:custGeom>
            <a:avLst/>
            <a:gdLst>
              <a:gd name="connsiteX0" fmla="*/ 2378699 w 6134099"/>
              <a:gd name="connsiteY0" fmla="*/ 0 h 6857999"/>
              <a:gd name="connsiteX1" fmla="*/ 6134099 w 6134099"/>
              <a:gd name="connsiteY1" fmla="*/ 0 h 6857999"/>
              <a:gd name="connsiteX2" fmla="*/ 6134099 w 6134099"/>
              <a:gd name="connsiteY2" fmla="*/ 6857999 h 6857999"/>
              <a:gd name="connsiteX3" fmla="*/ 2401766 w 6134099"/>
              <a:gd name="connsiteY3" fmla="*/ 6857999 h 6857999"/>
              <a:gd name="connsiteX4" fmla="*/ 2397402 w 6134099"/>
              <a:gd name="connsiteY4" fmla="*/ 6856523 h 6857999"/>
              <a:gd name="connsiteX5" fmla="*/ 0 w 6134099"/>
              <a:gd name="connsiteY5" fmla="*/ 3424574 h 6857999"/>
              <a:gd name="connsiteX6" fmla="*/ 2231484 w 6134099"/>
              <a:gd name="connsiteY6" fmla="*/ 5804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34099" h="6857999">
                <a:moveTo>
                  <a:pt x="2378699" y="0"/>
                </a:moveTo>
                <a:lnTo>
                  <a:pt x="6134099" y="0"/>
                </a:lnTo>
                <a:lnTo>
                  <a:pt x="6134099" y="6857999"/>
                </a:lnTo>
                <a:lnTo>
                  <a:pt x="2401766" y="6857999"/>
                </a:lnTo>
                <a:lnTo>
                  <a:pt x="2397402" y="6856523"/>
                </a:lnTo>
                <a:cubicBezTo>
                  <a:pt x="998410" y="6344283"/>
                  <a:pt x="0" y="5001024"/>
                  <a:pt x="0" y="3424574"/>
                </a:cubicBezTo>
                <a:cubicBezTo>
                  <a:pt x="0" y="1911182"/>
                  <a:pt x="920134" y="612699"/>
                  <a:pt x="2231484" y="58045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24FC61A-6DA9-444C-9D55-2FE464BD58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327140"/>
            <a:ext cx="11576868" cy="2530860"/>
          </a:xfrm>
          <a:custGeom>
            <a:avLst/>
            <a:gdLst>
              <a:gd name="connsiteX0" fmla="*/ 0 w 11576868"/>
              <a:gd name="connsiteY0" fmla="*/ 0 h 2500380"/>
              <a:gd name="connsiteX1" fmla="*/ 10326678 w 11576868"/>
              <a:gd name="connsiteY1" fmla="*/ 0 h 2500380"/>
              <a:gd name="connsiteX2" fmla="*/ 11576868 w 11576868"/>
              <a:gd name="connsiteY2" fmla="*/ 1250190 h 2500380"/>
              <a:gd name="connsiteX3" fmla="*/ 11576868 w 11576868"/>
              <a:gd name="connsiteY3" fmla="*/ 2500380 h 2500380"/>
              <a:gd name="connsiteX4" fmla="*/ 0 w 11576868"/>
              <a:gd name="connsiteY4" fmla="*/ 2500380 h 2500380"/>
              <a:gd name="connsiteX5" fmla="*/ 0 w 11576868"/>
              <a:gd name="connsiteY5" fmla="*/ 0 h 2500380"/>
              <a:gd name="connsiteX0" fmla="*/ 0 w 12449160"/>
              <a:gd name="connsiteY0" fmla="*/ 0 h 2500380"/>
              <a:gd name="connsiteX1" fmla="*/ 10326678 w 12449160"/>
              <a:gd name="connsiteY1" fmla="*/ 0 h 2500380"/>
              <a:gd name="connsiteX2" fmla="*/ 11576868 w 12449160"/>
              <a:gd name="connsiteY2" fmla="*/ 2500380 h 2500380"/>
              <a:gd name="connsiteX3" fmla="*/ 0 w 12449160"/>
              <a:gd name="connsiteY3" fmla="*/ 2500380 h 2500380"/>
              <a:gd name="connsiteX4" fmla="*/ 0 w 12449160"/>
              <a:gd name="connsiteY4" fmla="*/ 0 h 2500380"/>
              <a:gd name="connsiteX0" fmla="*/ 0 w 11640738"/>
              <a:gd name="connsiteY0" fmla="*/ 0 h 2500380"/>
              <a:gd name="connsiteX1" fmla="*/ 10326678 w 11640738"/>
              <a:gd name="connsiteY1" fmla="*/ 0 h 2500380"/>
              <a:gd name="connsiteX2" fmla="*/ 11576868 w 11640738"/>
              <a:gd name="connsiteY2" fmla="*/ 2500380 h 2500380"/>
              <a:gd name="connsiteX3" fmla="*/ 0 w 11640738"/>
              <a:gd name="connsiteY3" fmla="*/ 2500380 h 2500380"/>
              <a:gd name="connsiteX4" fmla="*/ 0 w 11640738"/>
              <a:gd name="connsiteY4" fmla="*/ 0 h 2500380"/>
              <a:gd name="connsiteX0" fmla="*/ 0 w 11576868"/>
              <a:gd name="connsiteY0" fmla="*/ 0 h 2500380"/>
              <a:gd name="connsiteX1" fmla="*/ 10326678 w 11576868"/>
              <a:gd name="connsiteY1" fmla="*/ 0 h 2500380"/>
              <a:gd name="connsiteX2" fmla="*/ 11576868 w 11576868"/>
              <a:gd name="connsiteY2" fmla="*/ 2500380 h 2500380"/>
              <a:gd name="connsiteX3" fmla="*/ 0 w 11576868"/>
              <a:gd name="connsiteY3" fmla="*/ 2500380 h 2500380"/>
              <a:gd name="connsiteX4" fmla="*/ 0 w 11576868"/>
              <a:gd name="connsiteY4" fmla="*/ 0 h 2500380"/>
              <a:gd name="connsiteX0" fmla="*/ 0 w 11576868"/>
              <a:gd name="connsiteY0" fmla="*/ 0 h 2500380"/>
              <a:gd name="connsiteX1" fmla="*/ 9732318 w 11576868"/>
              <a:gd name="connsiteY1" fmla="*/ 0 h 2500380"/>
              <a:gd name="connsiteX2" fmla="*/ 11576868 w 11576868"/>
              <a:gd name="connsiteY2" fmla="*/ 2500380 h 2500380"/>
              <a:gd name="connsiteX3" fmla="*/ 0 w 11576868"/>
              <a:gd name="connsiteY3" fmla="*/ 2500380 h 2500380"/>
              <a:gd name="connsiteX4" fmla="*/ 0 w 11576868"/>
              <a:gd name="connsiteY4" fmla="*/ 0 h 2500380"/>
              <a:gd name="connsiteX0" fmla="*/ 0 w 11576868"/>
              <a:gd name="connsiteY0" fmla="*/ 0 h 2500380"/>
              <a:gd name="connsiteX1" fmla="*/ 9092238 w 11576868"/>
              <a:gd name="connsiteY1" fmla="*/ 0 h 2500380"/>
              <a:gd name="connsiteX2" fmla="*/ 11576868 w 11576868"/>
              <a:gd name="connsiteY2" fmla="*/ 2500380 h 2500380"/>
              <a:gd name="connsiteX3" fmla="*/ 0 w 11576868"/>
              <a:gd name="connsiteY3" fmla="*/ 2500380 h 2500380"/>
              <a:gd name="connsiteX4" fmla="*/ 0 w 11576868"/>
              <a:gd name="connsiteY4" fmla="*/ 0 h 2500380"/>
              <a:gd name="connsiteX0" fmla="*/ 0 w 11576868"/>
              <a:gd name="connsiteY0" fmla="*/ 0 h 2500380"/>
              <a:gd name="connsiteX1" fmla="*/ 8817918 w 11576868"/>
              <a:gd name="connsiteY1" fmla="*/ 0 h 2500380"/>
              <a:gd name="connsiteX2" fmla="*/ 11576868 w 11576868"/>
              <a:gd name="connsiteY2" fmla="*/ 2500380 h 2500380"/>
              <a:gd name="connsiteX3" fmla="*/ 0 w 11576868"/>
              <a:gd name="connsiteY3" fmla="*/ 2500380 h 2500380"/>
              <a:gd name="connsiteX4" fmla="*/ 0 w 11576868"/>
              <a:gd name="connsiteY4" fmla="*/ 0 h 2500380"/>
              <a:gd name="connsiteX0" fmla="*/ 0 w 11576868"/>
              <a:gd name="connsiteY0" fmla="*/ 0 h 2500380"/>
              <a:gd name="connsiteX1" fmla="*/ 8558838 w 11576868"/>
              <a:gd name="connsiteY1" fmla="*/ 0 h 2500380"/>
              <a:gd name="connsiteX2" fmla="*/ 11576868 w 11576868"/>
              <a:gd name="connsiteY2" fmla="*/ 2500380 h 2500380"/>
              <a:gd name="connsiteX3" fmla="*/ 0 w 11576868"/>
              <a:gd name="connsiteY3" fmla="*/ 2500380 h 2500380"/>
              <a:gd name="connsiteX4" fmla="*/ 0 w 11576868"/>
              <a:gd name="connsiteY4" fmla="*/ 0 h 2500380"/>
              <a:gd name="connsiteX0" fmla="*/ 0 w 11576868"/>
              <a:gd name="connsiteY0" fmla="*/ 10567 h 2510947"/>
              <a:gd name="connsiteX1" fmla="*/ 8558838 w 11576868"/>
              <a:gd name="connsiteY1" fmla="*/ 10567 h 2510947"/>
              <a:gd name="connsiteX2" fmla="*/ 11576868 w 11576868"/>
              <a:gd name="connsiteY2" fmla="*/ 2510947 h 2510947"/>
              <a:gd name="connsiteX3" fmla="*/ 0 w 11576868"/>
              <a:gd name="connsiteY3" fmla="*/ 2510947 h 2510947"/>
              <a:gd name="connsiteX4" fmla="*/ 0 w 11576868"/>
              <a:gd name="connsiteY4" fmla="*/ 10567 h 2510947"/>
              <a:gd name="connsiteX0" fmla="*/ 0 w 11576868"/>
              <a:gd name="connsiteY0" fmla="*/ 462 h 2500842"/>
              <a:gd name="connsiteX1" fmla="*/ 8558838 w 11576868"/>
              <a:gd name="connsiteY1" fmla="*/ 462 h 2500842"/>
              <a:gd name="connsiteX2" fmla="*/ 11576868 w 11576868"/>
              <a:gd name="connsiteY2" fmla="*/ 2500842 h 2500842"/>
              <a:gd name="connsiteX3" fmla="*/ 0 w 11576868"/>
              <a:gd name="connsiteY3" fmla="*/ 2500842 h 2500842"/>
              <a:gd name="connsiteX4" fmla="*/ 0 w 11576868"/>
              <a:gd name="connsiteY4" fmla="*/ 462 h 2500842"/>
              <a:gd name="connsiteX0" fmla="*/ 0 w 11576868"/>
              <a:gd name="connsiteY0" fmla="*/ 30928 h 2531308"/>
              <a:gd name="connsiteX1" fmla="*/ 8558838 w 11576868"/>
              <a:gd name="connsiteY1" fmla="*/ 448 h 2531308"/>
              <a:gd name="connsiteX2" fmla="*/ 11576868 w 11576868"/>
              <a:gd name="connsiteY2" fmla="*/ 2531308 h 2531308"/>
              <a:gd name="connsiteX3" fmla="*/ 0 w 11576868"/>
              <a:gd name="connsiteY3" fmla="*/ 2531308 h 2531308"/>
              <a:gd name="connsiteX4" fmla="*/ 0 w 11576868"/>
              <a:gd name="connsiteY4" fmla="*/ 30928 h 2531308"/>
              <a:gd name="connsiteX0" fmla="*/ 0 w 11576868"/>
              <a:gd name="connsiteY0" fmla="*/ 30480 h 2530860"/>
              <a:gd name="connsiteX1" fmla="*/ 8558838 w 11576868"/>
              <a:gd name="connsiteY1" fmla="*/ 0 h 2530860"/>
              <a:gd name="connsiteX2" fmla="*/ 11576868 w 11576868"/>
              <a:gd name="connsiteY2" fmla="*/ 2530860 h 2530860"/>
              <a:gd name="connsiteX3" fmla="*/ 0 w 11576868"/>
              <a:gd name="connsiteY3" fmla="*/ 2530860 h 2530860"/>
              <a:gd name="connsiteX4" fmla="*/ 0 w 11576868"/>
              <a:gd name="connsiteY4" fmla="*/ 30480 h 2530860"/>
              <a:gd name="connsiteX0" fmla="*/ 0 w 11576868"/>
              <a:gd name="connsiteY0" fmla="*/ 30480 h 2530860"/>
              <a:gd name="connsiteX1" fmla="*/ 8558838 w 11576868"/>
              <a:gd name="connsiteY1" fmla="*/ 0 h 2530860"/>
              <a:gd name="connsiteX2" fmla="*/ 11576868 w 11576868"/>
              <a:gd name="connsiteY2" fmla="*/ 2530860 h 2530860"/>
              <a:gd name="connsiteX3" fmla="*/ 0 w 11576868"/>
              <a:gd name="connsiteY3" fmla="*/ 2530860 h 2530860"/>
              <a:gd name="connsiteX4" fmla="*/ 0 w 11576868"/>
              <a:gd name="connsiteY4" fmla="*/ 30480 h 2530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76868" h="2530860">
                <a:moveTo>
                  <a:pt x="0" y="30480"/>
                </a:moveTo>
                <a:lnTo>
                  <a:pt x="8558838" y="0"/>
                </a:lnTo>
                <a:cubicBezTo>
                  <a:pt x="10335916" y="20490"/>
                  <a:pt x="11453941" y="1016850"/>
                  <a:pt x="11576868" y="2530860"/>
                </a:cubicBezTo>
                <a:lnTo>
                  <a:pt x="0" y="2530860"/>
                </a:lnTo>
                <a:lnTo>
                  <a:pt x="0" y="3048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</p:spPr>
        <p:txBody>
          <a:bodyPr anchor="t"/>
          <a:lstStyle>
            <a:lvl1pPr marL="914400" indent="0">
              <a:lnSpc>
                <a:spcPct val="400000"/>
              </a:lnSpc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Click to edit Master subtitle style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901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Chart Table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448056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54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Chart Table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448056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1825625"/>
            <a:ext cx="1050036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635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F47EA1B-2641-431A-B894-4A66FC5A0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6246663" y="-1789711"/>
            <a:ext cx="3354778" cy="6934200"/>
          </a:xfrm>
          <a:custGeom>
            <a:avLst/>
            <a:gdLst>
              <a:gd name="connsiteX0" fmla="*/ 2352312 w 2353172"/>
              <a:gd name="connsiteY0" fmla="*/ 0 h 4863918"/>
              <a:gd name="connsiteX1" fmla="*/ 2353172 w 2353172"/>
              <a:gd name="connsiteY1" fmla="*/ 0 h 4863918"/>
              <a:gd name="connsiteX2" fmla="*/ 2353172 w 2353172"/>
              <a:gd name="connsiteY2" fmla="*/ 4863918 h 4863918"/>
              <a:gd name="connsiteX3" fmla="*/ 2352312 w 2353172"/>
              <a:gd name="connsiteY3" fmla="*/ 4863918 h 4863918"/>
              <a:gd name="connsiteX4" fmla="*/ 2340504 w 2353172"/>
              <a:gd name="connsiteY4" fmla="*/ 4630072 h 4863918"/>
              <a:gd name="connsiteX5" fmla="*/ 134816 w 2353172"/>
              <a:gd name="connsiteY5" fmla="*/ 2438342 h 4863918"/>
              <a:gd name="connsiteX6" fmla="*/ 0 w 2353172"/>
              <a:gd name="connsiteY6" fmla="*/ 2431959 h 4863918"/>
              <a:gd name="connsiteX7" fmla="*/ 134816 w 2353172"/>
              <a:gd name="connsiteY7" fmla="*/ 2425576 h 4863918"/>
              <a:gd name="connsiteX8" fmla="*/ 2340504 w 2353172"/>
              <a:gd name="connsiteY8" fmla="*/ 233845 h 486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53172" h="4863918">
                <a:moveTo>
                  <a:pt x="2352312" y="0"/>
                </a:moveTo>
                <a:lnTo>
                  <a:pt x="2353172" y="0"/>
                </a:lnTo>
                <a:lnTo>
                  <a:pt x="2353172" y="4863918"/>
                </a:lnTo>
                <a:lnTo>
                  <a:pt x="2352312" y="4863918"/>
                </a:lnTo>
                <a:lnTo>
                  <a:pt x="2340504" y="4630072"/>
                </a:lnTo>
                <a:cubicBezTo>
                  <a:pt x="2222700" y="3470082"/>
                  <a:pt x="1296917" y="2548952"/>
                  <a:pt x="134816" y="2438342"/>
                </a:cubicBezTo>
                <a:lnTo>
                  <a:pt x="0" y="2431959"/>
                </a:lnTo>
                <a:lnTo>
                  <a:pt x="134816" y="2425576"/>
                </a:lnTo>
                <a:cubicBezTo>
                  <a:pt x="1296917" y="2314966"/>
                  <a:pt x="2222700" y="1393835"/>
                  <a:pt x="2340504" y="23384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21A2820-A76E-454D-9A0E-F8F7B2136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7" y="919717"/>
            <a:ext cx="5761074" cy="3423684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Click to edit Master title style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ED9A69A-6A32-4722-924D-7FEFEA9195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7" y="4795284"/>
            <a:ext cx="4846674" cy="1084522"/>
          </a:xfrm>
        </p:spPr>
        <p:txBody>
          <a:bodyPr/>
          <a:lstStyle>
            <a:lvl1pPr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Click to edit Master subtitle style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1587820-C6FA-402E-9F8D-2DAE5BF95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513861" y="3447061"/>
            <a:ext cx="3354778" cy="3467100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2728" y="6434560"/>
            <a:ext cx="3428012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1E70801-1BA4-4276-9934-E418115C03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24800" y="1"/>
            <a:ext cx="4267200" cy="6858000"/>
          </a:xfrm>
          <a:custGeom>
            <a:avLst/>
            <a:gdLst>
              <a:gd name="connsiteX0" fmla="*/ 3466352 w 4267200"/>
              <a:gd name="connsiteY0" fmla="*/ 0 h 6858000"/>
              <a:gd name="connsiteX1" fmla="*/ 4267200 w 4267200"/>
              <a:gd name="connsiteY1" fmla="*/ 0 h 6858000"/>
              <a:gd name="connsiteX2" fmla="*/ 4267200 w 4267200"/>
              <a:gd name="connsiteY2" fmla="*/ 6858000 h 6858000"/>
              <a:gd name="connsiteX3" fmla="*/ 0 w 4267200"/>
              <a:gd name="connsiteY3" fmla="*/ 6858000 h 6858000"/>
              <a:gd name="connsiteX4" fmla="*/ 0 w 4267200"/>
              <a:gd name="connsiteY4" fmla="*/ 3338980 h 6858000"/>
              <a:gd name="connsiteX5" fmla="*/ 8352 w 4267200"/>
              <a:gd name="connsiteY5" fmla="*/ 3162578 h 6858000"/>
              <a:gd name="connsiteX6" fmla="*/ 3132972 w 4267200"/>
              <a:gd name="connsiteY6" fmla="*/ 18059 h 6858000"/>
              <a:gd name="connsiteX7" fmla="*/ 3466352 w 4267200"/>
              <a:gd name="connsiteY7" fmla="*/ 122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67200" h="6858000">
                <a:moveTo>
                  <a:pt x="3466352" y="0"/>
                </a:moveTo>
                <a:lnTo>
                  <a:pt x="4267200" y="0"/>
                </a:lnTo>
                <a:lnTo>
                  <a:pt x="4267200" y="6858000"/>
                </a:lnTo>
                <a:lnTo>
                  <a:pt x="0" y="6858000"/>
                </a:lnTo>
                <a:lnTo>
                  <a:pt x="0" y="3338980"/>
                </a:lnTo>
                <a:lnTo>
                  <a:pt x="8352" y="3162578"/>
                </a:lnTo>
                <a:cubicBezTo>
                  <a:pt x="166042" y="1505839"/>
                  <a:pt x="1479242" y="186005"/>
                  <a:pt x="3132972" y="18059"/>
                </a:cubicBezTo>
                <a:lnTo>
                  <a:pt x="3466352" y="122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77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am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CA75F14-4851-4FA1-AF45-240D9124B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E08278-E6C4-4B25-8343-43C881C00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44850" y="1"/>
            <a:ext cx="2347151" cy="4454343"/>
          </a:xfrm>
          <a:custGeom>
            <a:avLst/>
            <a:gdLst>
              <a:gd name="connsiteX0" fmla="*/ 2329738 w 2347151"/>
              <a:gd name="connsiteY0" fmla="*/ 0 h 4454343"/>
              <a:gd name="connsiteX1" fmla="*/ 2347151 w 2347151"/>
              <a:gd name="connsiteY1" fmla="*/ 0 h 4454343"/>
              <a:gd name="connsiteX2" fmla="*/ 2347151 w 2347151"/>
              <a:gd name="connsiteY2" fmla="*/ 4454343 h 4454343"/>
              <a:gd name="connsiteX3" fmla="*/ 2340504 w 2347151"/>
              <a:gd name="connsiteY3" fmla="*/ 4322705 h 4454343"/>
              <a:gd name="connsiteX4" fmla="*/ 134816 w 2347151"/>
              <a:gd name="connsiteY4" fmla="*/ 2130974 h 4454343"/>
              <a:gd name="connsiteX5" fmla="*/ 0 w 2347151"/>
              <a:gd name="connsiteY5" fmla="*/ 2124591 h 4454343"/>
              <a:gd name="connsiteX6" fmla="*/ 134816 w 2347151"/>
              <a:gd name="connsiteY6" fmla="*/ 2118208 h 4454343"/>
              <a:gd name="connsiteX7" fmla="*/ 2309087 w 2347151"/>
              <a:gd name="connsiteY7" fmla="*/ 141037 h 4454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7151" h="4454343">
                <a:moveTo>
                  <a:pt x="2329738" y="0"/>
                </a:moveTo>
                <a:lnTo>
                  <a:pt x="2347151" y="0"/>
                </a:lnTo>
                <a:lnTo>
                  <a:pt x="2347151" y="4454343"/>
                </a:lnTo>
                <a:lnTo>
                  <a:pt x="2340504" y="4322705"/>
                </a:lnTo>
                <a:cubicBezTo>
                  <a:pt x="2222700" y="3162715"/>
                  <a:pt x="1296917" y="2241584"/>
                  <a:pt x="134816" y="2130974"/>
                </a:cubicBezTo>
                <a:lnTo>
                  <a:pt x="0" y="2124591"/>
                </a:lnTo>
                <a:lnTo>
                  <a:pt x="134816" y="2118208"/>
                </a:lnTo>
                <a:cubicBezTo>
                  <a:pt x="1224286" y="2014511"/>
                  <a:pt x="2106054" y="1198443"/>
                  <a:pt x="2309087" y="141037"/>
                </a:cubicBez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0CC2109-6984-401D-BF1D-B4F0C35B0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44850" y="-770"/>
            <a:ext cx="2347151" cy="4454343"/>
          </a:xfrm>
          <a:custGeom>
            <a:avLst/>
            <a:gdLst>
              <a:gd name="connsiteX0" fmla="*/ 2329738 w 2347151"/>
              <a:gd name="connsiteY0" fmla="*/ 0 h 4454343"/>
              <a:gd name="connsiteX1" fmla="*/ 2347151 w 2347151"/>
              <a:gd name="connsiteY1" fmla="*/ 0 h 4454343"/>
              <a:gd name="connsiteX2" fmla="*/ 2347151 w 2347151"/>
              <a:gd name="connsiteY2" fmla="*/ 4454343 h 4454343"/>
              <a:gd name="connsiteX3" fmla="*/ 2340504 w 2347151"/>
              <a:gd name="connsiteY3" fmla="*/ 4322705 h 4454343"/>
              <a:gd name="connsiteX4" fmla="*/ 134816 w 2347151"/>
              <a:gd name="connsiteY4" fmla="*/ 2130974 h 4454343"/>
              <a:gd name="connsiteX5" fmla="*/ 0 w 2347151"/>
              <a:gd name="connsiteY5" fmla="*/ 2124591 h 4454343"/>
              <a:gd name="connsiteX6" fmla="*/ 134816 w 2347151"/>
              <a:gd name="connsiteY6" fmla="*/ 2118208 h 4454343"/>
              <a:gd name="connsiteX7" fmla="*/ 2309087 w 2347151"/>
              <a:gd name="connsiteY7" fmla="*/ 141037 h 4454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7151" h="4454343">
                <a:moveTo>
                  <a:pt x="2329738" y="0"/>
                </a:moveTo>
                <a:lnTo>
                  <a:pt x="2347151" y="0"/>
                </a:lnTo>
                <a:lnTo>
                  <a:pt x="2347151" y="4454343"/>
                </a:lnTo>
                <a:lnTo>
                  <a:pt x="2340504" y="4322705"/>
                </a:lnTo>
                <a:cubicBezTo>
                  <a:pt x="2222700" y="3162715"/>
                  <a:pt x="1296917" y="2241584"/>
                  <a:pt x="134816" y="2130974"/>
                </a:cubicBezTo>
                <a:lnTo>
                  <a:pt x="0" y="2124591"/>
                </a:lnTo>
                <a:lnTo>
                  <a:pt x="134816" y="2118208"/>
                </a:lnTo>
                <a:cubicBezTo>
                  <a:pt x="1224286" y="2014511"/>
                  <a:pt x="2106054" y="1198443"/>
                  <a:pt x="2309087" y="14103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510ECF1-6DD2-4E35-8398-66D763897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0159"/>
            <a:ext cx="12191999" cy="2128731"/>
          </a:xfrm>
          <a:custGeom>
            <a:avLst/>
            <a:gdLst>
              <a:gd name="connsiteX0" fmla="*/ 0 w 12191999"/>
              <a:gd name="connsiteY0" fmla="*/ 0 h 2123863"/>
              <a:gd name="connsiteX1" fmla="*/ 12191999 w 12191999"/>
              <a:gd name="connsiteY1" fmla="*/ 0 h 2123863"/>
              <a:gd name="connsiteX2" fmla="*/ 12191999 w 12191999"/>
              <a:gd name="connsiteY2" fmla="*/ 0 h 2123863"/>
              <a:gd name="connsiteX3" fmla="*/ 12191999 w 12191999"/>
              <a:gd name="connsiteY3" fmla="*/ 1061932 h 2123863"/>
              <a:gd name="connsiteX4" fmla="*/ 11130067 w 12191999"/>
              <a:gd name="connsiteY4" fmla="*/ 2123864 h 2123863"/>
              <a:gd name="connsiteX5" fmla="*/ 1061932 w 12191999"/>
              <a:gd name="connsiteY5" fmla="*/ 2123863 h 2123863"/>
              <a:gd name="connsiteX6" fmla="*/ 0 w 12191999"/>
              <a:gd name="connsiteY6" fmla="*/ 1061931 h 2123863"/>
              <a:gd name="connsiteX7" fmla="*/ 0 w 12191999"/>
              <a:gd name="connsiteY7" fmla="*/ 0 h 2123863"/>
              <a:gd name="connsiteX8" fmla="*/ 0 w 12191999"/>
              <a:gd name="connsiteY8" fmla="*/ 0 h 2123863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12191999 w 12191999"/>
              <a:gd name="connsiteY2" fmla="*/ 0 h 2123864"/>
              <a:gd name="connsiteX3" fmla="*/ 11130067 w 12191999"/>
              <a:gd name="connsiteY3" fmla="*/ 2123864 h 2123864"/>
              <a:gd name="connsiteX4" fmla="*/ 1061932 w 12191999"/>
              <a:gd name="connsiteY4" fmla="*/ 2123863 h 2123864"/>
              <a:gd name="connsiteX5" fmla="*/ 0 w 12191999"/>
              <a:gd name="connsiteY5" fmla="*/ 1061931 h 2123864"/>
              <a:gd name="connsiteX6" fmla="*/ 0 w 12191999"/>
              <a:gd name="connsiteY6" fmla="*/ 0 h 2123864"/>
              <a:gd name="connsiteX7" fmla="*/ 0 w 12191999"/>
              <a:gd name="connsiteY7" fmla="*/ 0 h 2123864"/>
              <a:gd name="connsiteX0" fmla="*/ 0 w 12191999"/>
              <a:gd name="connsiteY0" fmla="*/ 0 h 2123863"/>
              <a:gd name="connsiteX1" fmla="*/ 12191999 w 12191999"/>
              <a:gd name="connsiteY1" fmla="*/ 0 h 2123863"/>
              <a:gd name="connsiteX2" fmla="*/ 12191999 w 12191999"/>
              <a:gd name="connsiteY2" fmla="*/ 0 h 2123863"/>
              <a:gd name="connsiteX3" fmla="*/ 10261387 w 12191999"/>
              <a:gd name="connsiteY3" fmla="*/ 2108624 h 2123863"/>
              <a:gd name="connsiteX4" fmla="*/ 1061932 w 12191999"/>
              <a:gd name="connsiteY4" fmla="*/ 2123863 h 2123863"/>
              <a:gd name="connsiteX5" fmla="*/ 0 w 12191999"/>
              <a:gd name="connsiteY5" fmla="*/ 1061931 h 2123863"/>
              <a:gd name="connsiteX6" fmla="*/ 0 w 12191999"/>
              <a:gd name="connsiteY6" fmla="*/ 0 h 2123863"/>
              <a:gd name="connsiteX7" fmla="*/ 0 w 12191999"/>
              <a:gd name="connsiteY7" fmla="*/ 0 h 2123863"/>
              <a:gd name="connsiteX0" fmla="*/ 0 w 12191999"/>
              <a:gd name="connsiteY0" fmla="*/ 0 h 2123863"/>
              <a:gd name="connsiteX1" fmla="*/ 12191999 w 12191999"/>
              <a:gd name="connsiteY1" fmla="*/ 0 h 2123863"/>
              <a:gd name="connsiteX2" fmla="*/ 12191999 w 12191999"/>
              <a:gd name="connsiteY2" fmla="*/ 0 h 2123863"/>
              <a:gd name="connsiteX3" fmla="*/ 9758467 w 12191999"/>
              <a:gd name="connsiteY3" fmla="*/ 2108624 h 2123863"/>
              <a:gd name="connsiteX4" fmla="*/ 1061932 w 12191999"/>
              <a:gd name="connsiteY4" fmla="*/ 2123863 h 2123863"/>
              <a:gd name="connsiteX5" fmla="*/ 0 w 12191999"/>
              <a:gd name="connsiteY5" fmla="*/ 1061931 h 2123863"/>
              <a:gd name="connsiteX6" fmla="*/ 0 w 12191999"/>
              <a:gd name="connsiteY6" fmla="*/ 0 h 2123863"/>
              <a:gd name="connsiteX7" fmla="*/ 0 w 12191999"/>
              <a:gd name="connsiteY7" fmla="*/ 0 h 2123863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12191999 w 12191999"/>
              <a:gd name="connsiteY2" fmla="*/ 0 h 2123864"/>
              <a:gd name="connsiteX3" fmla="*/ 9636547 w 12191999"/>
              <a:gd name="connsiteY3" fmla="*/ 2123864 h 2123864"/>
              <a:gd name="connsiteX4" fmla="*/ 1061932 w 12191999"/>
              <a:gd name="connsiteY4" fmla="*/ 2123863 h 2123864"/>
              <a:gd name="connsiteX5" fmla="*/ 0 w 12191999"/>
              <a:gd name="connsiteY5" fmla="*/ 1061931 h 2123864"/>
              <a:gd name="connsiteX6" fmla="*/ 0 w 12191999"/>
              <a:gd name="connsiteY6" fmla="*/ 0 h 2123864"/>
              <a:gd name="connsiteX7" fmla="*/ 0 w 12191999"/>
              <a:gd name="connsiteY7" fmla="*/ 0 h 2123864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12191999 w 12191999"/>
              <a:gd name="connsiteY2" fmla="*/ 0 h 2123864"/>
              <a:gd name="connsiteX3" fmla="*/ 9636547 w 12191999"/>
              <a:gd name="connsiteY3" fmla="*/ 2123864 h 2123864"/>
              <a:gd name="connsiteX4" fmla="*/ 1061932 w 12191999"/>
              <a:gd name="connsiteY4" fmla="*/ 2123863 h 2123864"/>
              <a:gd name="connsiteX5" fmla="*/ 0 w 12191999"/>
              <a:gd name="connsiteY5" fmla="*/ 1061931 h 2123864"/>
              <a:gd name="connsiteX6" fmla="*/ 0 w 12191999"/>
              <a:gd name="connsiteY6" fmla="*/ 0 h 2123864"/>
              <a:gd name="connsiteX7" fmla="*/ 0 w 12191999"/>
              <a:gd name="connsiteY7" fmla="*/ 0 h 2123864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11612879 w 12191999"/>
              <a:gd name="connsiteY2" fmla="*/ 381000 h 2123864"/>
              <a:gd name="connsiteX3" fmla="*/ 9636547 w 12191999"/>
              <a:gd name="connsiteY3" fmla="*/ 2123864 h 2123864"/>
              <a:gd name="connsiteX4" fmla="*/ 1061932 w 12191999"/>
              <a:gd name="connsiteY4" fmla="*/ 2123863 h 2123864"/>
              <a:gd name="connsiteX5" fmla="*/ 0 w 12191999"/>
              <a:gd name="connsiteY5" fmla="*/ 1061931 h 2123864"/>
              <a:gd name="connsiteX6" fmla="*/ 0 w 12191999"/>
              <a:gd name="connsiteY6" fmla="*/ 0 h 2123864"/>
              <a:gd name="connsiteX7" fmla="*/ 0 w 12191999"/>
              <a:gd name="connsiteY7" fmla="*/ 0 h 2123864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11612879 w 12191999"/>
              <a:gd name="connsiteY2" fmla="*/ 381000 h 2123864"/>
              <a:gd name="connsiteX3" fmla="*/ 9636547 w 12191999"/>
              <a:gd name="connsiteY3" fmla="*/ 2123864 h 2123864"/>
              <a:gd name="connsiteX4" fmla="*/ 1061932 w 12191999"/>
              <a:gd name="connsiteY4" fmla="*/ 2123863 h 2123864"/>
              <a:gd name="connsiteX5" fmla="*/ 0 w 12191999"/>
              <a:gd name="connsiteY5" fmla="*/ 1061931 h 2123864"/>
              <a:gd name="connsiteX6" fmla="*/ 0 w 12191999"/>
              <a:gd name="connsiteY6" fmla="*/ 0 h 2123864"/>
              <a:gd name="connsiteX7" fmla="*/ 0 w 12191999"/>
              <a:gd name="connsiteY7" fmla="*/ 0 h 2123864"/>
              <a:gd name="connsiteX0" fmla="*/ 0 w 12732723"/>
              <a:gd name="connsiteY0" fmla="*/ 0 h 2123864"/>
              <a:gd name="connsiteX1" fmla="*/ 12191999 w 12732723"/>
              <a:gd name="connsiteY1" fmla="*/ 0 h 2123864"/>
              <a:gd name="connsiteX2" fmla="*/ 9636547 w 12732723"/>
              <a:gd name="connsiteY2" fmla="*/ 2123864 h 2123864"/>
              <a:gd name="connsiteX3" fmla="*/ 1061932 w 12732723"/>
              <a:gd name="connsiteY3" fmla="*/ 2123863 h 2123864"/>
              <a:gd name="connsiteX4" fmla="*/ 0 w 12732723"/>
              <a:gd name="connsiteY4" fmla="*/ 1061931 h 2123864"/>
              <a:gd name="connsiteX5" fmla="*/ 0 w 12732723"/>
              <a:gd name="connsiteY5" fmla="*/ 0 h 2123864"/>
              <a:gd name="connsiteX6" fmla="*/ 0 w 12732723"/>
              <a:gd name="connsiteY6" fmla="*/ 0 h 2123864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9636547 w 12191999"/>
              <a:gd name="connsiteY2" fmla="*/ 2123864 h 2123864"/>
              <a:gd name="connsiteX3" fmla="*/ 1061932 w 12191999"/>
              <a:gd name="connsiteY3" fmla="*/ 2123863 h 2123864"/>
              <a:gd name="connsiteX4" fmla="*/ 0 w 12191999"/>
              <a:gd name="connsiteY4" fmla="*/ 1061931 h 2123864"/>
              <a:gd name="connsiteX5" fmla="*/ 0 w 12191999"/>
              <a:gd name="connsiteY5" fmla="*/ 0 h 2123864"/>
              <a:gd name="connsiteX6" fmla="*/ 0 w 12191999"/>
              <a:gd name="connsiteY6" fmla="*/ 0 h 2123864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9636547 w 12191999"/>
              <a:gd name="connsiteY2" fmla="*/ 2123864 h 2123864"/>
              <a:gd name="connsiteX3" fmla="*/ 1061932 w 12191999"/>
              <a:gd name="connsiteY3" fmla="*/ 2123863 h 2123864"/>
              <a:gd name="connsiteX4" fmla="*/ 0 w 12191999"/>
              <a:gd name="connsiteY4" fmla="*/ 1061931 h 2123864"/>
              <a:gd name="connsiteX5" fmla="*/ 0 w 12191999"/>
              <a:gd name="connsiteY5" fmla="*/ 0 h 2123864"/>
              <a:gd name="connsiteX6" fmla="*/ 0 w 12191999"/>
              <a:gd name="connsiteY6" fmla="*/ 0 h 2123864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9636547 w 12191999"/>
              <a:gd name="connsiteY2" fmla="*/ 2123864 h 2123864"/>
              <a:gd name="connsiteX3" fmla="*/ 1061932 w 12191999"/>
              <a:gd name="connsiteY3" fmla="*/ 2123863 h 2123864"/>
              <a:gd name="connsiteX4" fmla="*/ 0 w 12191999"/>
              <a:gd name="connsiteY4" fmla="*/ 1061931 h 2123864"/>
              <a:gd name="connsiteX5" fmla="*/ 0 w 12191999"/>
              <a:gd name="connsiteY5" fmla="*/ 0 h 2123864"/>
              <a:gd name="connsiteX6" fmla="*/ 0 w 12191999"/>
              <a:gd name="connsiteY6" fmla="*/ 0 h 2123864"/>
              <a:gd name="connsiteX0" fmla="*/ 0 w 12191999"/>
              <a:gd name="connsiteY0" fmla="*/ 0 h 2126534"/>
              <a:gd name="connsiteX1" fmla="*/ 12191999 w 12191999"/>
              <a:gd name="connsiteY1" fmla="*/ 0 h 2126534"/>
              <a:gd name="connsiteX2" fmla="*/ 9636547 w 12191999"/>
              <a:gd name="connsiteY2" fmla="*/ 2123864 h 2126534"/>
              <a:gd name="connsiteX3" fmla="*/ 1061932 w 12191999"/>
              <a:gd name="connsiteY3" fmla="*/ 2123863 h 2126534"/>
              <a:gd name="connsiteX4" fmla="*/ 0 w 12191999"/>
              <a:gd name="connsiteY4" fmla="*/ 1061931 h 2126534"/>
              <a:gd name="connsiteX5" fmla="*/ 0 w 12191999"/>
              <a:gd name="connsiteY5" fmla="*/ 0 h 2126534"/>
              <a:gd name="connsiteX6" fmla="*/ 0 w 12191999"/>
              <a:gd name="connsiteY6" fmla="*/ 0 h 2126534"/>
              <a:gd name="connsiteX0" fmla="*/ 0 w 12191999"/>
              <a:gd name="connsiteY0" fmla="*/ 0 h 2388136"/>
              <a:gd name="connsiteX1" fmla="*/ 12191999 w 12191999"/>
              <a:gd name="connsiteY1" fmla="*/ 0 h 2388136"/>
              <a:gd name="connsiteX2" fmla="*/ 9636547 w 12191999"/>
              <a:gd name="connsiteY2" fmla="*/ 2123864 h 2388136"/>
              <a:gd name="connsiteX3" fmla="*/ 1061932 w 12191999"/>
              <a:gd name="connsiteY3" fmla="*/ 2123863 h 2388136"/>
              <a:gd name="connsiteX4" fmla="*/ 0 w 12191999"/>
              <a:gd name="connsiteY4" fmla="*/ 2128731 h 2388136"/>
              <a:gd name="connsiteX5" fmla="*/ 0 w 12191999"/>
              <a:gd name="connsiteY5" fmla="*/ 0 h 2388136"/>
              <a:gd name="connsiteX6" fmla="*/ 0 w 12191999"/>
              <a:gd name="connsiteY6" fmla="*/ 0 h 2388136"/>
              <a:gd name="connsiteX0" fmla="*/ 0 w 12191999"/>
              <a:gd name="connsiteY0" fmla="*/ 0 h 2128731"/>
              <a:gd name="connsiteX1" fmla="*/ 12191999 w 12191999"/>
              <a:gd name="connsiteY1" fmla="*/ 0 h 2128731"/>
              <a:gd name="connsiteX2" fmla="*/ 9636547 w 12191999"/>
              <a:gd name="connsiteY2" fmla="*/ 2123864 h 2128731"/>
              <a:gd name="connsiteX3" fmla="*/ 0 w 12191999"/>
              <a:gd name="connsiteY3" fmla="*/ 2128731 h 2128731"/>
              <a:gd name="connsiteX4" fmla="*/ 0 w 12191999"/>
              <a:gd name="connsiteY4" fmla="*/ 0 h 2128731"/>
              <a:gd name="connsiteX5" fmla="*/ 0 w 12191999"/>
              <a:gd name="connsiteY5" fmla="*/ 0 h 2128731"/>
              <a:gd name="connsiteX0" fmla="*/ 0 w 12191999"/>
              <a:gd name="connsiteY0" fmla="*/ 0 h 2128731"/>
              <a:gd name="connsiteX1" fmla="*/ 12191999 w 12191999"/>
              <a:gd name="connsiteY1" fmla="*/ 0 h 2128731"/>
              <a:gd name="connsiteX2" fmla="*/ 9636547 w 12191999"/>
              <a:gd name="connsiteY2" fmla="*/ 2123864 h 2128731"/>
              <a:gd name="connsiteX3" fmla="*/ 0 w 12191999"/>
              <a:gd name="connsiteY3" fmla="*/ 2128731 h 2128731"/>
              <a:gd name="connsiteX4" fmla="*/ 0 w 12191999"/>
              <a:gd name="connsiteY4" fmla="*/ 0 h 2128731"/>
              <a:gd name="connsiteX5" fmla="*/ 0 w 12191999"/>
              <a:gd name="connsiteY5" fmla="*/ 0 h 2128731"/>
              <a:gd name="connsiteX0" fmla="*/ 0 w 12191999"/>
              <a:gd name="connsiteY0" fmla="*/ 0 h 2128731"/>
              <a:gd name="connsiteX1" fmla="*/ 12191999 w 12191999"/>
              <a:gd name="connsiteY1" fmla="*/ 0 h 2128731"/>
              <a:gd name="connsiteX2" fmla="*/ 9636547 w 12191999"/>
              <a:gd name="connsiteY2" fmla="*/ 2123864 h 2128731"/>
              <a:gd name="connsiteX3" fmla="*/ 0 w 12191999"/>
              <a:gd name="connsiteY3" fmla="*/ 2128731 h 2128731"/>
              <a:gd name="connsiteX4" fmla="*/ 0 w 12191999"/>
              <a:gd name="connsiteY4" fmla="*/ 0 h 2128731"/>
              <a:gd name="connsiteX5" fmla="*/ 0 w 12191999"/>
              <a:gd name="connsiteY5" fmla="*/ 0 h 2128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2128731">
                <a:moveTo>
                  <a:pt x="0" y="0"/>
                </a:moveTo>
                <a:lnTo>
                  <a:pt x="12191999" y="0"/>
                </a:lnTo>
                <a:cubicBezTo>
                  <a:pt x="12045490" y="887377"/>
                  <a:pt x="11262958" y="2196607"/>
                  <a:pt x="9636547" y="2123864"/>
                </a:cubicBezTo>
                <a:lnTo>
                  <a:pt x="0" y="2128731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</p:spPr>
        <p:txBody>
          <a:bodyPr/>
          <a:lstStyle>
            <a:lvl1pPr marL="914400">
              <a:lnSpc>
                <a:spcPct val="100000"/>
              </a:lnSpc>
              <a:defRPr>
                <a:solidFill>
                  <a:schemeClr val="bg2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Click to edit Master title style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5" name="Picture Placeholder 36">
            <a:extLst>
              <a:ext uri="{FF2B5EF4-FFF2-40B4-BE49-F238E27FC236}">
                <a16:creationId xmlns:a16="http://schemas.microsoft.com/office/drawing/2014/main" id="{22F784D1-8CE5-4710-ADC3-2F70D5766F7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63600" y="2185416"/>
            <a:ext cx="2286000" cy="1746504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1F2D6BF5-159D-4F01-BDEB-0FBD75D3F49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1298" y="3970230"/>
            <a:ext cx="2286000" cy="877824"/>
          </a:xfrm>
        </p:spPr>
        <p:txBody>
          <a:bodyPr anchor="b" anchorCtr="0"/>
          <a:lstStyle>
            <a:lvl1pPr>
              <a:buNone/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18C033F-CC28-477A-8A72-AD0398D3680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64181" y="4948171"/>
            <a:ext cx="2286000" cy="74190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36">
            <a:extLst>
              <a:ext uri="{FF2B5EF4-FFF2-40B4-BE49-F238E27FC236}">
                <a16:creationId xmlns:a16="http://schemas.microsoft.com/office/drawing/2014/main" id="{599604B7-B0E5-4112-9123-341EB9C6267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593592" y="2185416"/>
            <a:ext cx="2286000" cy="1746504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B4836FAA-F9D8-465B-8985-A5A10F5F2E2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93592" y="3971853"/>
            <a:ext cx="2286000" cy="877824"/>
          </a:xfrm>
        </p:spPr>
        <p:txBody>
          <a:bodyPr anchor="b" anchorCtr="0"/>
          <a:lstStyle>
            <a:lvl1pPr>
              <a:buNone/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3A2A0BF-0F76-4FDC-97BF-55EBAD5FFFE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593592" y="4948171"/>
            <a:ext cx="2286000" cy="74190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7" name="Picture Placeholder 36">
            <a:extLst>
              <a:ext uri="{FF2B5EF4-FFF2-40B4-BE49-F238E27FC236}">
                <a16:creationId xmlns:a16="http://schemas.microsoft.com/office/drawing/2014/main" id="{811A58E2-70B8-4F18-AF4A-136F58682C4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09360" y="2185416"/>
            <a:ext cx="2286000" cy="1746504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51A90A66-376F-4665-B6E9-475C686D79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9360" y="3971853"/>
            <a:ext cx="2286000" cy="877824"/>
          </a:xfrm>
        </p:spPr>
        <p:txBody>
          <a:bodyPr anchor="b" anchorCtr="0"/>
          <a:lstStyle>
            <a:lvl1pPr>
              <a:buNone/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FD8E69F-7035-465B-98F7-47AAF27D3AD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309360" y="4949098"/>
            <a:ext cx="2286000" cy="74190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Picture Placeholder 36">
            <a:extLst>
              <a:ext uri="{FF2B5EF4-FFF2-40B4-BE49-F238E27FC236}">
                <a16:creationId xmlns:a16="http://schemas.microsoft.com/office/drawing/2014/main" id="{D390D85C-0A55-413E-9301-4F451686AB8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15984" y="2185416"/>
            <a:ext cx="2286000" cy="1746504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4C70777F-7849-4350-9858-AB46DD43F2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15984" y="3976192"/>
            <a:ext cx="2286000" cy="877824"/>
          </a:xfrm>
        </p:spPr>
        <p:txBody>
          <a:bodyPr anchor="b" anchorCtr="0"/>
          <a:lstStyle>
            <a:lvl1pPr>
              <a:buNone/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8918885-EB29-485A-A99A-D589B7ABAD71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015984" y="4945456"/>
            <a:ext cx="2286000" cy="74190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11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05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Autofit/>
          </a:bodyPr>
          <a:lstStyle>
            <a:lvl1pPr marL="283464" indent="-283464">
              <a:defRPr sz="2000"/>
            </a:lvl1pPr>
            <a:lvl2pPr marL="283464" indent="-283464">
              <a:defRPr sz="1800"/>
            </a:lvl2pPr>
            <a:lvl3pPr marL="283464" indent="-283464">
              <a:defRPr sz="1600"/>
            </a:lvl3pPr>
            <a:lvl4pPr marL="283464" indent="-283464">
              <a:defRPr sz="1400"/>
            </a:lvl4pPr>
            <a:lvl5pPr marL="283464" indent="-28346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Autofit/>
          </a:bodyPr>
          <a:lstStyle>
            <a:lvl1pPr marL="283464" indent="-283464">
              <a:defRPr sz="2000"/>
            </a:lvl1pPr>
            <a:lvl2pPr marL="283464" indent="-283464">
              <a:defRPr sz="1800"/>
            </a:lvl2pPr>
            <a:lvl3pPr marL="283464" indent="-283464">
              <a:defRPr sz="1600"/>
            </a:lvl3pPr>
            <a:lvl4pPr marL="283464" indent="-283464">
              <a:defRPr sz="1400"/>
            </a:lvl4pPr>
            <a:lvl5pPr marL="283464" indent="-28346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56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05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00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3200400" cy="3554039"/>
          </a:xfrm>
        </p:spPr>
        <p:txBody>
          <a:bodyPr>
            <a:normAutofit/>
          </a:bodyPr>
          <a:lstStyle>
            <a:lvl1pPr marL="283464" indent="-283464">
              <a:defRPr sz="1400"/>
            </a:lvl1pPr>
            <a:lvl2pPr marL="283464" indent="-283464">
              <a:defRPr sz="1400"/>
            </a:lvl2pPr>
            <a:lvl3pPr marL="283464" indent="-283464">
              <a:defRPr sz="1400"/>
            </a:lvl3pPr>
            <a:lvl4pPr marL="283464" indent="-283464">
              <a:defRPr sz="1400"/>
            </a:lvl4pPr>
            <a:lvl5pPr marL="283464" indent="-28346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6597" y="1679012"/>
            <a:ext cx="3200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6597" y="2633472"/>
            <a:ext cx="3200400" cy="3554040"/>
          </a:xfrm>
        </p:spPr>
        <p:txBody>
          <a:bodyPr>
            <a:normAutofit/>
          </a:bodyPr>
          <a:lstStyle>
            <a:lvl1pPr marL="283464" indent="-283464">
              <a:defRPr sz="1400"/>
            </a:lvl1pPr>
            <a:lvl2pPr marL="283464" indent="-283464">
              <a:defRPr sz="1400"/>
            </a:lvl2pPr>
            <a:lvl3pPr marL="283464" indent="-283464">
              <a:defRPr sz="1400"/>
            </a:lvl3pPr>
            <a:lvl4pPr marL="283464" indent="-283464">
              <a:defRPr sz="1400"/>
            </a:lvl4pPr>
            <a:lvl5pPr marL="283464" indent="-28346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55FA165-37DF-4E15-9395-3DD34C0F1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53406" y="1682496"/>
            <a:ext cx="3200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CAFAE5B4-E9C2-4CEE-AE3C-EAD0E42277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3406" y="2633472"/>
            <a:ext cx="3200400" cy="3554040"/>
          </a:xfrm>
        </p:spPr>
        <p:txBody>
          <a:bodyPr>
            <a:normAutofit/>
          </a:bodyPr>
          <a:lstStyle>
            <a:lvl1pPr marL="283464" indent="-283464">
              <a:defRPr sz="1400"/>
            </a:lvl1pPr>
            <a:lvl2pPr marL="283464" indent="-283464">
              <a:defRPr sz="1400"/>
            </a:lvl2pPr>
            <a:lvl3pPr marL="283464" indent="-283464">
              <a:defRPr sz="1400"/>
            </a:lvl3pPr>
            <a:lvl4pPr marL="283464" indent="-283464">
              <a:defRPr sz="1400"/>
            </a:lvl4pPr>
            <a:lvl5pPr marL="283464" indent="-28346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797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F77B68-7FA5-4C67-BB5E-544A66A74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289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459E3D4-4913-4324-9732-B962CCA5D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443553"/>
            <a:ext cx="9914859" cy="132588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Click to edit Master title style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FE71C6AE-BA35-4C02-9C7B-2A2D9775D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709080"/>
            <a:ext cx="5868537" cy="3467881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F8E2564-CCE3-4E5F-BA7A-BE1CD195C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44851" y="1"/>
            <a:ext cx="2347150" cy="4454343"/>
          </a:xfrm>
          <a:custGeom>
            <a:avLst/>
            <a:gdLst>
              <a:gd name="connsiteX0" fmla="*/ 2329738 w 2347151"/>
              <a:gd name="connsiteY0" fmla="*/ 0 h 4454343"/>
              <a:gd name="connsiteX1" fmla="*/ 2347151 w 2347151"/>
              <a:gd name="connsiteY1" fmla="*/ 0 h 4454343"/>
              <a:gd name="connsiteX2" fmla="*/ 2347151 w 2347151"/>
              <a:gd name="connsiteY2" fmla="*/ 4454343 h 4454343"/>
              <a:gd name="connsiteX3" fmla="*/ 2340504 w 2347151"/>
              <a:gd name="connsiteY3" fmla="*/ 4322705 h 4454343"/>
              <a:gd name="connsiteX4" fmla="*/ 134816 w 2347151"/>
              <a:gd name="connsiteY4" fmla="*/ 2130974 h 4454343"/>
              <a:gd name="connsiteX5" fmla="*/ 0 w 2347151"/>
              <a:gd name="connsiteY5" fmla="*/ 2124591 h 4454343"/>
              <a:gd name="connsiteX6" fmla="*/ 134816 w 2347151"/>
              <a:gd name="connsiteY6" fmla="*/ 2118208 h 4454343"/>
              <a:gd name="connsiteX7" fmla="*/ 2309087 w 2347151"/>
              <a:gd name="connsiteY7" fmla="*/ 141037 h 4454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7151" h="4454343">
                <a:moveTo>
                  <a:pt x="2329738" y="0"/>
                </a:moveTo>
                <a:lnTo>
                  <a:pt x="2347151" y="0"/>
                </a:lnTo>
                <a:lnTo>
                  <a:pt x="2347151" y="4454343"/>
                </a:lnTo>
                <a:lnTo>
                  <a:pt x="2340504" y="4322705"/>
                </a:lnTo>
                <a:cubicBezTo>
                  <a:pt x="2222700" y="3162715"/>
                  <a:pt x="1296917" y="2241584"/>
                  <a:pt x="134816" y="2130974"/>
                </a:cubicBezTo>
                <a:lnTo>
                  <a:pt x="0" y="2124591"/>
                </a:lnTo>
                <a:lnTo>
                  <a:pt x="134816" y="2118208"/>
                </a:lnTo>
                <a:cubicBezTo>
                  <a:pt x="1224286" y="2014511"/>
                  <a:pt x="2106054" y="1198443"/>
                  <a:pt x="2309087" y="141037"/>
                </a:cubicBez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0E4796D-B53A-4567-BE9E-482FEC3EDB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26184" y="2126134"/>
            <a:ext cx="2434622" cy="2503056"/>
          </a:xfrm>
          <a:custGeom>
            <a:avLst/>
            <a:gdLst>
              <a:gd name="connsiteX0" fmla="*/ 0 w 2434622"/>
              <a:gd name="connsiteY0" fmla="*/ 0 h 2381427"/>
              <a:gd name="connsiteX1" fmla="*/ 2434622 w 2434622"/>
              <a:gd name="connsiteY1" fmla="*/ 0 h 2381427"/>
              <a:gd name="connsiteX2" fmla="*/ 2434622 w 2434622"/>
              <a:gd name="connsiteY2" fmla="*/ 2381427 h 2381427"/>
              <a:gd name="connsiteX3" fmla="*/ 0 w 2434622"/>
              <a:gd name="connsiteY3" fmla="*/ 2381427 h 2381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4622" h="2381427">
                <a:moveTo>
                  <a:pt x="0" y="0"/>
                </a:moveTo>
                <a:lnTo>
                  <a:pt x="2434622" y="0"/>
                </a:lnTo>
                <a:lnTo>
                  <a:pt x="2434622" y="2381427"/>
                </a:lnTo>
                <a:lnTo>
                  <a:pt x="0" y="2381427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1FD357AB-C536-40A5-BB4E-AD59A1D930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9092" y="2118839"/>
            <a:ext cx="2432908" cy="2498880"/>
          </a:xfrm>
          <a:custGeom>
            <a:avLst/>
            <a:gdLst>
              <a:gd name="connsiteX0" fmla="*/ 0 w 2425326"/>
              <a:gd name="connsiteY0" fmla="*/ 0 h 2381426"/>
              <a:gd name="connsiteX1" fmla="*/ 254330 w 2425326"/>
              <a:gd name="connsiteY1" fmla="*/ 0 h 2381426"/>
              <a:gd name="connsiteX2" fmla="*/ 433844 w 2425326"/>
              <a:gd name="connsiteY2" fmla="*/ 25132 h 2381426"/>
              <a:gd name="connsiteX3" fmla="*/ 2424547 w 2425326"/>
              <a:gd name="connsiteY3" fmla="*/ 2186765 h 2381426"/>
              <a:gd name="connsiteX4" fmla="*/ 2425326 w 2425326"/>
              <a:gd name="connsiteY4" fmla="*/ 2202193 h 2381426"/>
              <a:gd name="connsiteX5" fmla="*/ 2425326 w 2425326"/>
              <a:gd name="connsiteY5" fmla="*/ 2381426 h 2381426"/>
              <a:gd name="connsiteX6" fmla="*/ 0 w 2425326"/>
              <a:gd name="connsiteY6" fmla="*/ 2381426 h 2381426"/>
              <a:gd name="connsiteX0" fmla="*/ 0 w 2701627"/>
              <a:gd name="connsiteY0" fmla="*/ 0 h 2419519"/>
              <a:gd name="connsiteX1" fmla="*/ 254330 w 2701627"/>
              <a:gd name="connsiteY1" fmla="*/ 0 h 2419519"/>
              <a:gd name="connsiteX2" fmla="*/ 433844 w 2701627"/>
              <a:gd name="connsiteY2" fmla="*/ 25132 h 2419519"/>
              <a:gd name="connsiteX3" fmla="*/ 2424547 w 2701627"/>
              <a:gd name="connsiteY3" fmla="*/ 2186765 h 2419519"/>
              <a:gd name="connsiteX4" fmla="*/ 2425326 w 2701627"/>
              <a:gd name="connsiteY4" fmla="*/ 2381426 h 2419519"/>
              <a:gd name="connsiteX5" fmla="*/ 0 w 2701627"/>
              <a:gd name="connsiteY5" fmla="*/ 2381426 h 2419519"/>
              <a:gd name="connsiteX6" fmla="*/ 0 w 2701627"/>
              <a:gd name="connsiteY6" fmla="*/ 0 h 2419519"/>
              <a:gd name="connsiteX0" fmla="*/ 0 w 2427563"/>
              <a:gd name="connsiteY0" fmla="*/ 0 h 2381426"/>
              <a:gd name="connsiteX1" fmla="*/ 254330 w 2427563"/>
              <a:gd name="connsiteY1" fmla="*/ 0 h 2381426"/>
              <a:gd name="connsiteX2" fmla="*/ 433844 w 2427563"/>
              <a:gd name="connsiteY2" fmla="*/ 25132 h 2381426"/>
              <a:gd name="connsiteX3" fmla="*/ 2425326 w 2427563"/>
              <a:gd name="connsiteY3" fmla="*/ 2381426 h 2381426"/>
              <a:gd name="connsiteX4" fmla="*/ 0 w 2427563"/>
              <a:gd name="connsiteY4" fmla="*/ 2381426 h 2381426"/>
              <a:gd name="connsiteX5" fmla="*/ 0 w 2427563"/>
              <a:gd name="connsiteY5" fmla="*/ 0 h 2381426"/>
              <a:gd name="connsiteX0" fmla="*/ 0 w 2425384"/>
              <a:gd name="connsiteY0" fmla="*/ 0 h 2381426"/>
              <a:gd name="connsiteX1" fmla="*/ 254330 w 2425384"/>
              <a:gd name="connsiteY1" fmla="*/ 0 h 2381426"/>
              <a:gd name="connsiteX2" fmla="*/ 433844 w 2425384"/>
              <a:gd name="connsiteY2" fmla="*/ 25132 h 2381426"/>
              <a:gd name="connsiteX3" fmla="*/ 2425326 w 2425384"/>
              <a:gd name="connsiteY3" fmla="*/ 2381426 h 2381426"/>
              <a:gd name="connsiteX4" fmla="*/ 0 w 2425384"/>
              <a:gd name="connsiteY4" fmla="*/ 2381426 h 2381426"/>
              <a:gd name="connsiteX5" fmla="*/ 0 w 2425384"/>
              <a:gd name="connsiteY5" fmla="*/ 0 h 2381426"/>
              <a:gd name="connsiteX0" fmla="*/ 0 w 2425326"/>
              <a:gd name="connsiteY0" fmla="*/ 0 h 2381426"/>
              <a:gd name="connsiteX1" fmla="*/ 254330 w 2425326"/>
              <a:gd name="connsiteY1" fmla="*/ 0 h 2381426"/>
              <a:gd name="connsiteX2" fmla="*/ 2425326 w 2425326"/>
              <a:gd name="connsiteY2" fmla="*/ 2381426 h 2381426"/>
              <a:gd name="connsiteX3" fmla="*/ 0 w 2425326"/>
              <a:gd name="connsiteY3" fmla="*/ 2381426 h 2381426"/>
              <a:gd name="connsiteX4" fmla="*/ 0 w 2425326"/>
              <a:gd name="connsiteY4" fmla="*/ 0 h 2381426"/>
              <a:gd name="connsiteX0" fmla="*/ 0 w 2425326"/>
              <a:gd name="connsiteY0" fmla="*/ 0 h 2381426"/>
              <a:gd name="connsiteX1" fmla="*/ 2425326 w 2425326"/>
              <a:gd name="connsiteY1" fmla="*/ 2381426 h 2381426"/>
              <a:gd name="connsiteX2" fmla="*/ 0 w 2425326"/>
              <a:gd name="connsiteY2" fmla="*/ 2381426 h 2381426"/>
              <a:gd name="connsiteX3" fmla="*/ 0 w 2425326"/>
              <a:gd name="connsiteY3" fmla="*/ 0 h 2381426"/>
              <a:gd name="connsiteX0" fmla="*/ 0 w 2425326"/>
              <a:gd name="connsiteY0" fmla="*/ 0 h 2381426"/>
              <a:gd name="connsiteX1" fmla="*/ 2425326 w 2425326"/>
              <a:gd name="connsiteY1" fmla="*/ 2381426 h 2381426"/>
              <a:gd name="connsiteX2" fmla="*/ 0 w 2425326"/>
              <a:gd name="connsiteY2" fmla="*/ 2381426 h 2381426"/>
              <a:gd name="connsiteX3" fmla="*/ 0 w 2425326"/>
              <a:gd name="connsiteY3" fmla="*/ 0 h 2381426"/>
              <a:gd name="connsiteX0" fmla="*/ 0 w 2425326"/>
              <a:gd name="connsiteY0" fmla="*/ 0 h 2381426"/>
              <a:gd name="connsiteX1" fmla="*/ 2425326 w 2425326"/>
              <a:gd name="connsiteY1" fmla="*/ 2381426 h 2381426"/>
              <a:gd name="connsiteX2" fmla="*/ 0 w 2425326"/>
              <a:gd name="connsiteY2" fmla="*/ 2381426 h 2381426"/>
              <a:gd name="connsiteX3" fmla="*/ 0 w 2425326"/>
              <a:gd name="connsiteY3" fmla="*/ 0 h 2381426"/>
              <a:gd name="connsiteX0" fmla="*/ 0 w 2425326"/>
              <a:gd name="connsiteY0" fmla="*/ 0 h 2381426"/>
              <a:gd name="connsiteX1" fmla="*/ 2425326 w 2425326"/>
              <a:gd name="connsiteY1" fmla="*/ 2381426 h 2381426"/>
              <a:gd name="connsiteX2" fmla="*/ 0 w 2425326"/>
              <a:gd name="connsiteY2" fmla="*/ 2381426 h 2381426"/>
              <a:gd name="connsiteX3" fmla="*/ 0 w 2425326"/>
              <a:gd name="connsiteY3" fmla="*/ 0 h 2381426"/>
              <a:gd name="connsiteX0" fmla="*/ 0 w 2425326"/>
              <a:gd name="connsiteY0" fmla="*/ 14 h 2381440"/>
              <a:gd name="connsiteX1" fmla="*/ 2425326 w 2425326"/>
              <a:gd name="connsiteY1" fmla="*/ 2381440 h 2381440"/>
              <a:gd name="connsiteX2" fmla="*/ 0 w 2425326"/>
              <a:gd name="connsiteY2" fmla="*/ 2381440 h 2381440"/>
              <a:gd name="connsiteX3" fmla="*/ 0 w 2425326"/>
              <a:gd name="connsiteY3" fmla="*/ 14 h 2381440"/>
              <a:gd name="connsiteX0" fmla="*/ 0 w 2427169"/>
              <a:gd name="connsiteY0" fmla="*/ 14 h 2381440"/>
              <a:gd name="connsiteX1" fmla="*/ 2425326 w 2427169"/>
              <a:gd name="connsiteY1" fmla="*/ 2381440 h 2381440"/>
              <a:gd name="connsiteX2" fmla="*/ 0 w 2427169"/>
              <a:gd name="connsiteY2" fmla="*/ 2381440 h 2381440"/>
              <a:gd name="connsiteX3" fmla="*/ 0 w 2427169"/>
              <a:gd name="connsiteY3" fmla="*/ 14 h 238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7169" h="2381440">
                <a:moveTo>
                  <a:pt x="0" y="14"/>
                </a:moveTo>
                <a:cubicBezTo>
                  <a:pt x="1692362" y="-4985"/>
                  <a:pt x="2470324" y="1326204"/>
                  <a:pt x="2425326" y="2381440"/>
                </a:cubicBezTo>
                <a:lnTo>
                  <a:pt x="0" y="2381440"/>
                </a:lnTo>
                <a:lnTo>
                  <a:pt x="0" y="14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F54B49C-CC16-4438-9923-F41C8E75273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24344" y="4503573"/>
            <a:ext cx="2434622" cy="2354427"/>
          </a:xfrm>
          <a:custGeom>
            <a:avLst/>
            <a:gdLst>
              <a:gd name="connsiteX0" fmla="*/ 0 w 2434622"/>
              <a:gd name="connsiteY0" fmla="*/ 0 h 2381427"/>
              <a:gd name="connsiteX1" fmla="*/ 2434622 w 2434622"/>
              <a:gd name="connsiteY1" fmla="*/ 0 h 2381427"/>
              <a:gd name="connsiteX2" fmla="*/ 2434622 w 2434622"/>
              <a:gd name="connsiteY2" fmla="*/ 2381427 h 2381427"/>
              <a:gd name="connsiteX3" fmla="*/ 0 w 2434622"/>
              <a:gd name="connsiteY3" fmla="*/ 2381427 h 2381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4622" h="2381427">
                <a:moveTo>
                  <a:pt x="0" y="0"/>
                </a:moveTo>
                <a:lnTo>
                  <a:pt x="2434622" y="0"/>
                </a:lnTo>
                <a:lnTo>
                  <a:pt x="2434622" y="2381427"/>
                </a:lnTo>
                <a:lnTo>
                  <a:pt x="0" y="2381427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BC1AB157-27FC-4B7D-9CCA-71C57045CEE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758966" y="4507560"/>
            <a:ext cx="2434622" cy="2350439"/>
          </a:xfrm>
          <a:custGeom>
            <a:avLst/>
            <a:gdLst>
              <a:gd name="connsiteX0" fmla="*/ 0 w 2434622"/>
              <a:gd name="connsiteY0" fmla="*/ 0 h 2342635"/>
              <a:gd name="connsiteX1" fmla="*/ 2434622 w 2434622"/>
              <a:gd name="connsiteY1" fmla="*/ 0 h 2342635"/>
              <a:gd name="connsiteX2" fmla="*/ 2434622 w 2434622"/>
              <a:gd name="connsiteY2" fmla="*/ 2342635 h 2342635"/>
              <a:gd name="connsiteX3" fmla="*/ 0 w 2434622"/>
              <a:gd name="connsiteY3" fmla="*/ 2342635 h 2342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4622" h="2342635">
                <a:moveTo>
                  <a:pt x="0" y="0"/>
                </a:moveTo>
                <a:lnTo>
                  <a:pt x="2434622" y="0"/>
                </a:lnTo>
                <a:lnTo>
                  <a:pt x="2434622" y="2342635"/>
                </a:lnTo>
                <a:lnTo>
                  <a:pt x="0" y="234263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389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BAB19D3-90A9-40E5-BED8-289A8919A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AD247D9-20CF-4BAD-906D-66DB8B852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3479" y="596393"/>
            <a:ext cx="5618922" cy="154250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Click to edit Master title style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0E4B7A8-67F1-4290-B537-DE49AD9FBF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5181600" cy="6857999"/>
          </a:xfrm>
          <a:custGeom>
            <a:avLst/>
            <a:gdLst>
              <a:gd name="connsiteX0" fmla="*/ 0 w 5181600"/>
              <a:gd name="connsiteY0" fmla="*/ 0 h 6857999"/>
              <a:gd name="connsiteX1" fmla="*/ 5181600 w 5181600"/>
              <a:gd name="connsiteY1" fmla="*/ 0 h 6857999"/>
              <a:gd name="connsiteX2" fmla="*/ 5181600 w 5181600"/>
              <a:gd name="connsiteY2" fmla="*/ 4504871 h 6857999"/>
              <a:gd name="connsiteX3" fmla="*/ 5181598 w 5181600"/>
              <a:gd name="connsiteY3" fmla="*/ 4504830 h 6857999"/>
              <a:gd name="connsiteX4" fmla="*/ 5175215 w 5181600"/>
              <a:gd name="connsiteY4" fmla="*/ 4639646 h 6857999"/>
              <a:gd name="connsiteX5" fmla="*/ 2983485 w 5181600"/>
              <a:gd name="connsiteY5" fmla="*/ 6845334 h 6857999"/>
              <a:gd name="connsiteX6" fmla="*/ 2749639 w 5181600"/>
              <a:gd name="connsiteY6" fmla="*/ 6857142 h 6857999"/>
              <a:gd name="connsiteX7" fmla="*/ 2749639 w 5181600"/>
              <a:gd name="connsiteY7" fmla="*/ 6857999 h 6857999"/>
              <a:gd name="connsiteX8" fmla="*/ 0 w 5181600"/>
              <a:gd name="connsiteY8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81600" h="6857999">
                <a:moveTo>
                  <a:pt x="0" y="0"/>
                </a:moveTo>
                <a:lnTo>
                  <a:pt x="5181600" y="0"/>
                </a:lnTo>
                <a:lnTo>
                  <a:pt x="5181600" y="4504871"/>
                </a:lnTo>
                <a:lnTo>
                  <a:pt x="5181598" y="4504830"/>
                </a:lnTo>
                <a:lnTo>
                  <a:pt x="5175215" y="4639646"/>
                </a:lnTo>
                <a:cubicBezTo>
                  <a:pt x="5064605" y="5801747"/>
                  <a:pt x="4143475" y="6727530"/>
                  <a:pt x="2983485" y="6845334"/>
                </a:cubicBezTo>
                <a:lnTo>
                  <a:pt x="2749639" y="6857142"/>
                </a:lnTo>
                <a:lnTo>
                  <a:pt x="274963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5EAFE93-40B7-4FF8-BEE7-E39911ECD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78" y="2138901"/>
            <a:ext cx="5618922" cy="4033299"/>
          </a:xfrm>
        </p:spPr>
        <p:txBody>
          <a:bodyPr>
            <a:normAutofit/>
          </a:bodyPr>
          <a:lstStyle>
            <a:lvl1pPr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>
                <a:solidFill>
                  <a:srgbClr val="FFFFFF"/>
                </a:solidFill>
              </a:rPr>
              <a:t>Click to edit Master text styles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752B41F-4B4E-4E1F-9191-6BB3F421E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005014" y="3249456"/>
            <a:ext cx="2353172" cy="4863918"/>
          </a:xfrm>
          <a:custGeom>
            <a:avLst/>
            <a:gdLst>
              <a:gd name="connsiteX0" fmla="*/ 2352312 w 2353172"/>
              <a:gd name="connsiteY0" fmla="*/ 0 h 4863918"/>
              <a:gd name="connsiteX1" fmla="*/ 2353172 w 2353172"/>
              <a:gd name="connsiteY1" fmla="*/ 0 h 4863918"/>
              <a:gd name="connsiteX2" fmla="*/ 2353172 w 2353172"/>
              <a:gd name="connsiteY2" fmla="*/ 4863918 h 4863918"/>
              <a:gd name="connsiteX3" fmla="*/ 2352312 w 2353172"/>
              <a:gd name="connsiteY3" fmla="*/ 4863918 h 4863918"/>
              <a:gd name="connsiteX4" fmla="*/ 2340504 w 2353172"/>
              <a:gd name="connsiteY4" fmla="*/ 4630072 h 4863918"/>
              <a:gd name="connsiteX5" fmla="*/ 134816 w 2353172"/>
              <a:gd name="connsiteY5" fmla="*/ 2438342 h 4863918"/>
              <a:gd name="connsiteX6" fmla="*/ 0 w 2353172"/>
              <a:gd name="connsiteY6" fmla="*/ 2431959 h 4863918"/>
              <a:gd name="connsiteX7" fmla="*/ 134816 w 2353172"/>
              <a:gd name="connsiteY7" fmla="*/ 2425576 h 4863918"/>
              <a:gd name="connsiteX8" fmla="*/ 2340504 w 2353172"/>
              <a:gd name="connsiteY8" fmla="*/ 233845 h 486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53172" h="4863918">
                <a:moveTo>
                  <a:pt x="2352312" y="0"/>
                </a:moveTo>
                <a:lnTo>
                  <a:pt x="2353172" y="0"/>
                </a:lnTo>
                <a:lnTo>
                  <a:pt x="2353172" y="4863918"/>
                </a:lnTo>
                <a:lnTo>
                  <a:pt x="2352312" y="4863918"/>
                </a:lnTo>
                <a:lnTo>
                  <a:pt x="2340504" y="4630072"/>
                </a:lnTo>
                <a:cubicBezTo>
                  <a:pt x="2222700" y="3470082"/>
                  <a:pt x="1296917" y="2548952"/>
                  <a:pt x="134816" y="2438342"/>
                </a:cubicBezTo>
                <a:lnTo>
                  <a:pt x="0" y="2431959"/>
                </a:lnTo>
                <a:lnTo>
                  <a:pt x="134816" y="2425576"/>
                </a:lnTo>
                <a:cubicBezTo>
                  <a:pt x="1296917" y="2314966"/>
                  <a:pt x="2222700" y="1393835"/>
                  <a:pt x="2340504" y="23384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EFD1DB-7478-445F-ACEF-64BE4DFEC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005012" y="3249456"/>
            <a:ext cx="2353172" cy="4863918"/>
          </a:xfrm>
          <a:custGeom>
            <a:avLst/>
            <a:gdLst>
              <a:gd name="connsiteX0" fmla="*/ 2352312 w 2353172"/>
              <a:gd name="connsiteY0" fmla="*/ 0 h 4863918"/>
              <a:gd name="connsiteX1" fmla="*/ 2353172 w 2353172"/>
              <a:gd name="connsiteY1" fmla="*/ 0 h 4863918"/>
              <a:gd name="connsiteX2" fmla="*/ 2353172 w 2353172"/>
              <a:gd name="connsiteY2" fmla="*/ 4863918 h 4863918"/>
              <a:gd name="connsiteX3" fmla="*/ 2352312 w 2353172"/>
              <a:gd name="connsiteY3" fmla="*/ 4863918 h 4863918"/>
              <a:gd name="connsiteX4" fmla="*/ 2340504 w 2353172"/>
              <a:gd name="connsiteY4" fmla="*/ 4630072 h 4863918"/>
              <a:gd name="connsiteX5" fmla="*/ 134816 w 2353172"/>
              <a:gd name="connsiteY5" fmla="*/ 2438342 h 4863918"/>
              <a:gd name="connsiteX6" fmla="*/ 0 w 2353172"/>
              <a:gd name="connsiteY6" fmla="*/ 2431959 h 4863918"/>
              <a:gd name="connsiteX7" fmla="*/ 134816 w 2353172"/>
              <a:gd name="connsiteY7" fmla="*/ 2425576 h 4863918"/>
              <a:gd name="connsiteX8" fmla="*/ 2340504 w 2353172"/>
              <a:gd name="connsiteY8" fmla="*/ 233845 h 486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53172" h="4863918">
                <a:moveTo>
                  <a:pt x="2352312" y="0"/>
                </a:moveTo>
                <a:lnTo>
                  <a:pt x="2353172" y="0"/>
                </a:lnTo>
                <a:lnTo>
                  <a:pt x="2353172" y="4863918"/>
                </a:lnTo>
                <a:lnTo>
                  <a:pt x="2352312" y="4863918"/>
                </a:lnTo>
                <a:lnTo>
                  <a:pt x="2340504" y="4630072"/>
                </a:lnTo>
                <a:cubicBezTo>
                  <a:pt x="2222700" y="3470082"/>
                  <a:pt x="1296917" y="2548952"/>
                  <a:pt x="134816" y="2438342"/>
                </a:cubicBezTo>
                <a:lnTo>
                  <a:pt x="0" y="2431959"/>
                </a:lnTo>
                <a:lnTo>
                  <a:pt x="134816" y="2425576"/>
                </a:lnTo>
                <a:cubicBezTo>
                  <a:pt x="1296917" y="2314966"/>
                  <a:pt x="2222700" y="1393835"/>
                  <a:pt x="2340504" y="233845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0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2D13D15-77CA-4B50-9E08-0F58009A8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7635" y="4626592"/>
            <a:ext cx="8600365" cy="1224926"/>
          </a:xfrm>
        </p:spPr>
        <p:txBody>
          <a:bodyPr anchor="b">
            <a:no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Click to edit Master title style</a:t>
            </a:r>
            <a:endParaRPr lang="en-US" sz="4400" dirty="0">
              <a:solidFill>
                <a:srgbClr val="FFFFFF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BB8E73D-B3E6-4E0A-8295-A9EB15722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7636" y="5936776"/>
            <a:ext cx="6660107" cy="625497"/>
          </a:xfrm>
        </p:spPr>
        <p:txBody>
          <a:bodyPr>
            <a:normAutofit/>
          </a:bodyPr>
          <a:lstStyle/>
          <a:p>
            <a:r>
              <a:rPr lang="en-US" sz="1400">
                <a:solidFill>
                  <a:srgbClr val="FFFFFF"/>
                </a:solidFill>
              </a:rPr>
              <a:t>Click to edit Master subtitle style</a:t>
            </a:r>
            <a:endParaRPr lang="en-US" sz="1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9899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708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016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128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5713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7147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360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39807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sz="1000" dirty="0"/>
              <a:t>Sample Footer Text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63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73" r:id="rId2"/>
    <p:sldLayoutId id="2147483674" r:id="rId3"/>
    <p:sldLayoutId id="2147483675" r:id="rId4"/>
    <p:sldLayoutId id="2147483662" r:id="rId5"/>
    <p:sldLayoutId id="2147483688" r:id="rId6"/>
    <p:sldLayoutId id="2147483679" r:id="rId7"/>
    <p:sldLayoutId id="2147483685" r:id="rId8"/>
    <p:sldLayoutId id="2147483665" r:id="rId9"/>
    <p:sldLayoutId id="2147483681" r:id="rId10"/>
    <p:sldLayoutId id="2147483678" r:id="rId11"/>
    <p:sldLayoutId id="2147483683" r:id="rId12"/>
    <p:sldLayoutId id="2147483684" r:id="rId13"/>
    <p:sldLayoutId id="2147483661" r:id="rId14"/>
    <p:sldLayoutId id="2147483663" r:id="rId15"/>
    <p:sldLayoutId id="2147483664" r:id="rId16"/>
    <p:sldLayoutId id="2147483666" r:id="rId17"/>
    <p:sldLayoutId id="2147483668" r:id="rId18"/>
    <p:sldLayoutId id="2147483669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7.png"/><Relationship Id="rId4" Type="http://schemas.openxmlformats.org/officeDocument/2006/relationships/image" Target="../media/image3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0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1.jpeg"/><Relationship Id="rId4" Type="http://schemas.openxmlformats.org/officeDocument/2006/relationships/image" Target="../media/image60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Rocks in the ocean">
            <a:extLst>
              <a:ext uri="{FF2B5EF4-FFF2-40B4-BE49-F238E27FC236}">
                <a16:creationId xmlns:a16="http://schemas.microsoft.com/office/drawing/2014/main" id="{973A7C7E-C448-42BB-B732-541A6CC83C8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-258792" y="396815"/>
            <a:ext cx="11273115" cy="6858000"/>
          </a:xfrm>
        </p:spPr>
      </p:pic>
      <p:sp>
        <p:nvSpPr>
          <p:cNvPr id="30" name="Title 29">
            <a:extLst>
              <a:ext uri="{FF2B5EF4-FFF2-40B4-BE49-F238E27FC236}">
                <a16:creationId xmlns:a16="http://schemas.microsoft.com/office/drawing/2014/main" id="{9DAE0213-8971-4F41-9E3D-5FCCD40DC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143" y="207034"/>
            <a:ext cx="12079857" cy="2889849"/>
          </a:xfrm>
        </p:spPr>
        <p:txBody>
          <a:bodyPr/>
          <a:lstStyle/>
          <a:p>
            <a:pPr>
              <a:lnSpc>
                <a:spcPct val="100000"/>
              </a:lnSpc>
            </a:pPr>
            <a:br>
              <a:rPr lang="en-US" sz="3500" dirty="0"/>
            </a:br>
            <a:r>
              <a:rPr lang="en-US" sz="3500" dirty="0"/>
              <a:t>                         </a:t>
            </a:r>
            <a:r>
              <a:rPr lang="en-US" dirty="0"/>
              <a:t>Bruce County </a:t>
            </a:r>
            <a:br>
              <a:rPr lang="en-US" dirty="0"/>
            </a:br>
            <a:r>
              <a:rPr lang="en-US" sz="3900" dirty="0"/>
              <a:t>Smart Beach Predict People on the Beach</a:t>
            </a:r>
          </a:p>
        </p:txBody>
      </p:sp>
    </p:spTree>
    <p:extLst>
      <p:ext uri="{BB962C8B-B14F-4D97-AF65-F5344CB8AC3E}">
        <p14:creationId xmlns:p14="http://schemas.microsoft.com/office/powerpoint/2010/main" val="1032804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D072B0-076E-4AAF-84A8-1A907CED4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525440"/>
            <a:ext cx="5390983" cy="1963318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F7041F-5C33-40F8-A459-751AEB102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40" y="2897944"/>
            <a:ext cx="6272625" cy="3787528"/>
          </a:xfrm>
        </p:spPr>
        <p:txBody>
          <a:bodyPr>
            <a:normAutofit fontScale="40000" lnSpcReduction="20000"/>
          </a:bodyPr>
          <a:lstStyle/>
          <a:p>
            <a:pPr marL="742950" indent="-7429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43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Introduction</a:t>
            </a:r>
          </a:p>
          <a:p>
            <a:pPr marL="742950" indent="-7429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43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Team Profile</a:t>
            </a:r>
          </a:p>
          <a:p>
            <a:pPr marL="742950" indent="-7429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43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Project Summary</a:t>
            </a:r>
          </a:p>
          <a:p>
            <a:pPr marL="742950" indent="-7429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43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Project Progress Update</a:t>
            </a:r>
          </a:p>
          <a:p>
            <a:pPr marL="742950" indent="-7429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43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Plans for the weekly status report</a:t>
            </a:r>
          </a:p>
          <a:p>
            <a:pPr marL="742950" indent="-7429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43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Individual contributions</a:t>
            </a:r>
          </a:p>
          <a:p>
            <a:pPr marL="742950" indent="-7429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43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Communication plan</a:t>
            </a:r>
          </a:p>
          <a:p>
            <a:pPr marL="742950" indent="-7429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43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Gantt Chart</a:t>
            </a:r>
          </a:p>
          <a:p>
            <a:pPr marL="742950" indent="-7429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43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Summary</a:t>
            </a:r>
          </a:p>
          <a:p>
            <a:endParaRPr lang="en-US" dirty="0"/>
          </a:p>
        </p:txBody>
      </p:sp>
      <p:pic>
        <p:nvPicPr>
          <p:cNvPr id="12" name="Picture Placeholder 11" descr="Large sea wave against a clear blue sky">
            <a:extLst>
              <a:ext uri="{FF2B5EF4-FFF2-40B4-BE49-F238E27FC236}">
                <a16:creationId xmlns:a16="http://schemas.microsoft.com/office/drawing/2014/main" id="{74CBA211-37A0-4CC8-ACD3-522C5BE6773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6514166" y="-1798"/>
            <a:ext cx="2846566" cy="2872294"/>
          </a:xfrm>
        </p:spPr>
      </p:pic>
      <p:pic>
        <p:nvPicPr>
          <p:cNvPr id="14" name="Picture Placeholder 13" descr="Sea with air water bubbles">
            <a:extLst>
              <a:ext uri="{FF2B5EF4-FFF2-40B4-BE49-F238E27FC236}">
                <a16:creationId xmlns:a16="http://schemas.microsoft.com/office/drawing/2014/main" id="{1EAE460E-5FC8-45EA-B10F-E699814E8EA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/>
          <a:stretch/>
        </p:blipFill>
        <p:spPr>
          <a:xfrm>
            <a:off x="9360733" y="-1798"/>
            <a:ext cx="2826990" cy="2854594"/>
          </a:xfrm>
        </p:spPr>
      </p:pic>
      <p:pic>
        <p:nvPicPr>
          <p:cNvPr id="18" name="Picture Placeholder 17" descr="Star in the evening sky">
            <a:extLst>
              <a:ext uri="{FF2B5EF4-FFF2-40B4-BE49-F238E27FC236}">
                <a16:creationId xmlns:a16="http://schemas.microsoft.com/office/drawing/2014/main" id="{D9F63E76-B657-482E-810D-3321F4B962A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14169" y="2856391"/>
            <a:ext cx="2846565" cy="4001609"/>
          </a:xfrm>
        </p:spPr>
      </p:pic>
      <p:pic>
        <p:nvPicPr>
          <p:cNvPr id="16" name="Picture Placeholder 15" descr="The Northern Lights ">
            <a:extLst>
              <a:ext uri="{FF2B5EF4-FFF2-40B4-BE49-F238E27FC236}">
                <a16:creationId xmlns:a16="http://schemas.microsoft.com/office/drawing/2014/main" id="{0B4EBE43-9BF3-4053-9882-9A8FE1110EEF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56456" y="2828943"/>
            <a:ext cx="2835544" cy="4038805"/>
          </a:xfr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4AC6251-86B6-46D0-9E3A-E833E8CCD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0" y="6433203"/>
            <a:ext cx="693263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838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58">
            <a:extLst>
              <a:ext uri="{FF2B5EF4-FFF2-40B4-BE49-F238E27FC236}">
                <a16:creationId xmlns:a16="http://schemas.microsoft.com/office/drawing/2014/main" id="{FD483A78-48D6-4682-BE37-B2D0C566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"/>
            <a:ext cx="9432315" cy="2198972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8" name="Picture Placeholder 7" descr="A picture containing sky, outdoor, sunset, sun, satellite">
            <a:extLst>
              <a:ext uri="{FF2B5EF4-FFF2-40B4-BE49-F238E27FC236}">
                <a16:creationId xmlns:a16="http://schemas.microsoft.com/office/drawing/2014/main" id="{1424FF41-F655-4118-95E4-CC03D489668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" r="33"/>
          <a:stretch/>
        </p:blipFill>
        <p:spPr>
          <a:xfrm>
            <a:off x="-16483" y="0"/>
            <a:ext cx="2773332" cy="2202508"/>
          </a:xfrm>
        </p:spPr>
      </p:pic>
      <p:pic>
        <p:nvPicPr>
          <p:cNvPr id="10" name="Picture Placeholder 9" descr="A picture containing sky, outdoor, stars, satellite">
            <a:extLst>
              <a:ext uri="{FF2B5EF4-FFF2-40B4-BE49-F238E27FC236}">
                <a16:creationId xmlns:a16="http://schemas.microsoft.com/office/drawing/2014/main" id="{9CB36CBF-780F-44BF-90F7-7C2E32629CB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" r="10"/>
          <a:stretch/>
        </p:blipFill>
        <p:spPr>
          <a:xfrm>
            <a:off x="-16484" y="2202508"/>
            <a:ext cx="2773332" cy="2327746"/>
          </a:xfrm>
        </p:spPr>
      </p:pic>
      <p:pic>
        <p:nvPicPr>
          <p:cNvPr id="12" name="Picture Placeholder 11" descr="Star in the evening sky">
            <a:extLst>
              <a:ext uri="{FF2B5EF4-FFF2-40B4-BE49-F238E27FC236}">
                <a16:creationId xmlns:a16="http://schemas.microsoft.com/office/drawing/2014/main" id="{09C1E283-54F6-4BE3-BD4B-B4C5888D08C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" b="24"/>
          <a:stretch/>
        </p:blipFill>
        <p:spPr>
          <a:xfrm>
            <a:off x="-16484" y="4530254"/>
            <a:ext cx="2773332" cy="2327746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FE50A-6F33-40AD-9446-D7F6D1B31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0" y="2794177"/>
            <a:ext cx="7476460" cy="338278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Smart Beach Project of Bruce county, spearheaded by the Nuclear Innovation Institute's Municipal Innovation Council (MIC) in collaboration with local stakeholders, is a forward-thinking government organization dedicated to advancing technology for the enhancement of human safety aims to revolutionize beach safety in Kincardine, Ontario. The initiative comes in response to a community-driven desire to enhance safety at Station Beach, which has experienced unfortunate incidents over the past decade. With the increasing importance of beach safety, they have undertaken a mission to create a proactive and comprehensive system that ensures the well-being of every visitor.</a:t>
            </a:r>
          </a:p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87B0019-071E-4C19-9139-35D5377D2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0" y="6433203"/>
            <a:ext cx="693263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92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1ED9-04DB-4CDE-9061-CBB220C82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Introduction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Placeholder 5" descr="Moon in the evening sky">
            <a:extLst>
              <a:ext uri="{FF2B5EF4-FFF2-40B4-BE49-F238E27FC236}">
                <a16:creationId xmlns:a16="http://schemas.microsoft.com/office/drawing/2014/main" id="{F5199BAF-8671-4A5C-B912-4B2556FF9B38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46" b="15846"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BD754C1-46A8-72A5-ABFD-50E7899945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1298" y="4761781"/>
            <a:ext cx="2286000" cy="750498"/>
          </a:xfrm>
        </p:spPr>
        <p:txBody>
          <a:bodyPr>
            <a:noAutofit/>
          </a:bodyPr>
          <a:lstStyle/>
          <a:p>
            <a:r>
              <a:rPr lang="en-US" sz="1600" dirty="0"/>
              <a:t>   Mahima Srinivasan</a:t>
            </a:r>
          </a:p>
          <a:p>
            <a:r>
              <a:rPr lang="en-IN" sz="1600" dirty="0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        200576720</a:t>
            </a:r>
            <a:endParaRPr lang="en-CA" sz="1600" dirty="0"/>
          </a:p>
        </p:txBody>
      </p:sp>
      <p:pic>
        <p:nvPicPr>
          <p:cNvPr id="18" name="Picture Placeholder 17" descr="A person sitting at a table&#10;&#10;Description automatically generated">
            <a:extLst>
              <a:ext uri="{FF2B5EF4-FFF2-40B4-BE49-F238E27FC236}">
                <a16:creationId xmlns:a16="http://schemas.microsoft.com/office/drawing/2014/main" id="{EC6D30C7-5801-58BC-F38C-5FA81A5F34D5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21354" b="21354"/>
          <a:stretch>
            <a:fillRect/>
          </a:stretch>
        </p:blipFill>
        <p:spPr>
          <a:xfrm>
            <a:off x="4180188" y="2138889"/>
            <a:ext cx="2286000" cy="2459636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88A4CF0-C86C-D4B5-156F-8C321409E8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93591" y="4686191"/>
            <a:ext cx="3096883" cy="75049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         Nishanth Sai </a:t>
            </a:r>
            <a:r>
              <a:rPr lang="en-US" dirty="0" err="1"/>
              <a:t>Chirumamilla</a:t>
            </a:r>
            <a:endParaRPr lang="en-US" dirty="0"/>
          </a:p>
          <a:p>
            <a:r>
              <a:rPr lang="en-US" dirty="0"/>
              <a:t>                 </a:t>
            </a:r>
            <a:r>
              <a:rPr lang="en-CA" sz="2000" i="0" dirty="0">
                <a:effectLst/>
              </a:rPr>
              <a:t>200577557</a:t>
            </a:r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F0D20-C1CD-8CA4-FD56-D912402DD73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26611" y="5524355"/>
            <a:ext cx="2898475" cy="565893"/>
          </a:xfrm>
        </p:spPr>
        <p:txBody>
          <a:bodyPr/>
          <a:lstStyle/>
          <a:p>
            <a:r>
              <a:rPr lang="en-US" dirty="0"/>
              <a:t>            Data Analyst</a:t>
            </a:r>
            <a:endParaRPr lang="en-CA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09BB45C-954E-0A3D-266D-3A596BE19D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49706" y="4761781"/>
            <a:ext cx="3096883" cy="845389"/>
          </a:xfrm>
        </p:spPr>
        <p:txBody>
          <a:bodyPr>
            <a:normAutofit/>
          </a:bodyPr>
          <a:lstStyle/>
          <a:p>
            <a:r>
              <a:rPr lang="en-US" sz="1600" dirty="0"/>
              <a:t>Vinay Kumar </a:t>
            </a:r>
            <a:r>
              <a:rPr lang="en-US" sz="1600" dirty="0" err="1"/>
              <a:t>Dontaramaina</a:t>
            </a:r>
            <a:endParaRPr lang="en-US" sz="1600" dirty="0"/>
          </a:p>
          <a:p>
            <a:r>
              <a:rPr lang="en-CA" sz="1600" i="0" dirty="0">
                <a:effectLst/>
              </a:rPr>
              <a:t>              200573257</a:t>
            </a:r>
            <a:endParaRPr lang="en-CA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3016FAB-2915-1910-3B4A-24B9EE4D2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58" y="2138889"/>
            <a:ext cx="2333165" cy="2450363"/>
          </a:xfrm>
          <a:prstGeom prst="rect">
            <a:avLst/>
          </a:prstGeom>
        </p:spPr>
      </p:pic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AD1EE623-2CF0-AA69-48FF-8BEDC67FE06E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5"/>
          <a:srcRect l="909" r="909"/>
          <a:stretch>
            <a:fillRect/>
          </a:stretch>
        </p:blipFill>
        <p:spPr>
          <a:xfrm>
            <a:off x="7625750" y="2131665"/>
            <a:ext cx="2333165" cy="2554526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5D62A19-C99A-906E-D848-BE7C55AEF8B1}"/>
              </a:ext>
            </a:extLst>
          </p:cNvPr>
          <p:cNvSpPr txBox="1">
            <a:spLocks/>
          </p:cNvSpPr>
          <p:nvPr/>
        </p:nvSpPr>
        <p:spPr>
          <a:xfrm>
            <a:off x="543479" y="5512279"/>
            <a:ext cx="2898475" cy="4538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           Developer</a:t>
            </a:r>
            <a:endParaRPr lang="en-CA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79B1E1F-5151-1FDF-8855-7F4F7318E7BA}"/>
              </a:ext>
            </a:extLst>
          </p:cNvPr>
          <p:cNvSpPr txBox="1">
            <a:spLocks/>
          </p:cNvSpPr>
          <p:nvPr/>
        </p:nvSpPr>
        <p:spPr>
          <a:xfrm>
            <a:off x="7284318" y="5607170"/>
            <a:ext cx="2898475" cy="5658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               Tester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66076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58">
            <a:extLst>
              <a:ext uri="{FF2B5EF4-FFF2-40B4-BE49-F238E27FC236}">
                <a16:creationId xmlns:a16="http://schemas.microsoft.com/office/drawing/2014/main" id="{FD483A78-48D6-4682-BE37-B2D0C566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"/>
            <a:ext cx="9432315" cy="2198972"/>
          </a:xfrm>
        </p:spPr>
        <p:txBody>
          <a:bodyPr/>
          <a:lstStyle/>
          <a:p>
            <a:r>
              <a:rPr lang="en-US" dirty="0"/>
              <a:t>Project Summary</a:t>
            </a:r>
          </a:p>
        </p:txBody>
      </p:sp>
      <p:pic>
        <p:nvPicPr>
          <p:cNvPr id="8" name="Picture Placeholder 7" descr="Sandcastle with sea in background">
            <a:extLst>
              <a:ext uri="{FF2B5EF4-FFF2-40B4-BE49-F238E27FC236}">
                <a16:creationId xmlns:a16="http://schemas.microsoft.com/office/drawing/2014/main" id="{1424FF41-F655-4118-95E4-CC03D489668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028" r="8028"/>
          <a:stretch/>
        </p:blipFill>
        <p:spPr>
          <a:xfrm>
            <a:off x="-16483" y="0"/>
            <a:ext cx="2773332" cy="2202508"/>
          </a:xfrm>
        </p:spPr>
      </p:pic>
      <p:pic>
        <p:nvPicPr>
          <p:cNvPr id="10" name="Picture Placeholder 9" descr="A picture containing sky, outdoor, stars, satellite">
            <a:extLst>
              <a:ext uri="{FF2B5EF4-FFF2-40B4-BE49-F238E27FC236}">
                <a16:creationId xmlns:a16="http://schemas.microsoft.com/office/drawing/2014/main" id="{9CB36CBF-780F-44BF-90F7-7C2E32629CB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" r="10"/>
          <a:stretch/>
        </p:blipFill>
        <p:spPr>
          <a:xfrm>
            <a:off x="-16484" y="2202508"/>
            <a:ext cx="2773332" cy="2327746"/>
          </a:xfrm>
        </p:spPr>
      </p:pic>
      <p:pic>
        <p:nvPicPr>
          <p:cNvPr id="12" name="Picture Placeholder 11" descr="Icebergs">
            <a:extLst>
              <a:ext uri="{FF2B5EF4-FFF2-40B4-BE49-F238E27FC236}">
                <a16:creationId xmlns:a16="http://schemas.microsoft.com/office/drawing/2014/main" id="{09C1E283-54F6-4BE3-BD4B-B4C5888D08C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/>
          <a:srcRect l="15502" r="15502"/>
          <a:stretch/>
        </p:blipFill>
        <p:spPr>
          <a:xfrm>
            <a:off x="-16484" y="4530254"/>
            <a:ext cx="2773332" cy="2327746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FE50A-6F33-40AD-9446-D7F6D1B31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0" y="2794177"/>
            <a:ext cx="7476460" cy="3382786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aims to mitigate risks associated with beachgoer safety by developing a forecasting system for inshore and offshore people density.</a:t>
            </a: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main objective is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develop a real-time beach security information system for beachgoers and improve safety at Kincardine’s Station Beach.</a:t>
            </a:r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current phase is to predict the people density visible in camera images. Implement a zoning system that categorizes beach areas (water, sand, etc.) for effective monitoring and communication. To develop a comprehensive system that segments beach zones and employs a model for identifying and counting individuals in specific areas.</a:t>
            </a:r>
            <a:endParaRPr lang="en-IN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87B0019-071E-4C19-9139-35D5377D2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0" y="6433203"/>
            <a:ext cx="693263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89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4C03A44-DC0C-F5D5-589A-F7BD6BE1F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448056"/>
            <a:ext cx="9914859" cy="776895"/>
          </a:xfrm>
        </p:spPr>
        <p:txBody>
          <a:bodyPr/>
          <a:lstStyle/>
          <a:p>
            <a:r>
              <a:rPr lang="en-US" dirty="0"/>
              <a:t>Project Progress Update</a:t>
            </a:r>
            <a:endParaRPr lang="en-CA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C87327D-7259-E4AF-F518-FB8895290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345721"/>
            <a:ext cx="9914860" cy="5088803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u="sng" dirty="0"/>
              <a:t>Completed Work: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1500" b="1" u="sng" dirty="0"/>
              <a:t>01/30/2024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CA" sz="1500" dirty="0"/>
              <a:t>Phase2 code replication – water segmentation model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CA" sz="1500" dirty="0"/>
              <a:t>Have worked on the prerequisite code and reflected the image labelling of water segmentation model.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CA" sz="1500" dirty="0"/>
              <a:t>Data pre-processing is completed and labelling of image data then training of image segmentation model is completed.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1500" b="1" u="sng" dirty="0"/>
              <a:t>02/06/2024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CA" sz="1500" dirty="0"/>
              <a:t>Phase2 code replication successful – zone prediction model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sz="1500" b="0" i="0" dirty="0">
                <a:solidFill>
                  <a:srgbClr val="09283F"/>
                </a:solidFill>
                <a:effectLst/>
              </a:rPr>
              <a:t>Worked upon the Zone-prediction model set </a:t>
            </a:r>
            <a:r>
              <a:rPr lang="en-US" sz="1500" b="0" i="0" dirty="0">
                <a:solidFill>
                  <a:srgbClr val="000000"/>
                </a:solidFill>
                <a:effectLst/>
              </a:rPr>
              <a:t>and the outcome images have been reviewed.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500" dirty="0"/>
              <a:t>Worked on the Density map code using YOLOv4 set.</a:t>
            </a:r>
            <a:endParaRPr lang="en-CA" sz="1500" dirty="0"/>
          </a:p>
          <a:p>
            <a:pPr marL="514350" indent="-514350">
              <a:buFont typeface="+mj-lt"/>
              <a:buAutoNum type="romanUcPeriod" startAt="3"/>
            </a:pPr>
            <a:r>
              <a:rPr lang="en-US" sz="1500" b="1" u="sng" dirty="0"/>
              <a:t>02/13/2024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000000"/>
                </a:solidFill>
              </a:rPr>
              <a:t>Worked on the density map using Yolov5.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000000"/>
                </a:solidFill>
              </a:rPr>
              <a:t>Generated csv file with the year 2022 image dataset and their corresponding people count on both water and sand for analysis purpose of data team.</a:t>
            </a:r>
          </a:p>
          <a:p>
            <a:pPr marL="514350" indent="-514350">
              <a:buFont typeface="+mj-lt"/>
              <a:buAutoNum type="romanUcPeriod" startAt="4"/>
            </a:pPr>
            <a:r>
              <a:rPr lang="en-US" sz="1500" b="1" u="sng" dirty="0"/>
              <a:t>02/22/2024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rgbClr val="000000"/>
                </a:solidFill>
              </a:rPr>
              <a:t>Improvised the density map using K-means Clustering and </a:t>
            </a:r>
            <a:r>
              <a:rPr lang="en-US" sz="1500" dirty="0" err="1">
                <a:solidFill>
                  <a:srgbClr val="000000"/>
                </a:solidFill>
              </a:rPr>
              <a:t>and</a:t>
            </a:r>
            <a:r>
              <a:rPr lang="en-US" sz="1500" dirty="0">
                <a:solidFill>
                  <a:srgbClr val="000000"/>
                </a:solidFill>
              </a:rPr>
              <a:t> implementing spatial density clusters in Yolov5.</a:t>
            </a:r>
            <a:endParaRPr lang="en-US" sz="19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191DD-4155-5BE6-C0DF-068CED65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488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C2DC-2E13-45C2-DDF7-78112FAA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0D36E7F-093F-2EC6-DD2D-0E6ABD5BB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163902"/>
            <a:ext cx="9914859" cy="586596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Progress Update</a:t>
            </a:r>
            <a:endParaRPr lang="en-CA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7A4F43E-8DE4-8977-CA08-F37371CA0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897147"/>
            <a:ext cx="9914860" cy="5676181"/>
          </a:xfrm>
          <a:ln>
            <a:solidFill>
              <a:schemeClr val="tx1"/>
            </a:solidFill>
          </a:ln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romanUcPeriod" startAt="5"/>
            </a:pPr>
            <a:r>
              <a:rPr lang="en-US" sz="1800" b="1" u="sng" dirty="0"/>
              <a:t>02/27/2024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CA" dirty="0"/>
              <a:t>Worked on the improvement of the density map by creating different zones in both water and sand segments.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CA" dirty="0"/>
              <a:t>Each image was divided into 4 zones and separate density was detected.</a:t>
            </a:r>
          </a:p>
          <a:p>
            <a:pPr marL="400050" indent="-400050">
              <a:buFont typeface="+mj-lt"/>
              <a:buAutoNum type="romanUcPeriod" startAt="6"/>
            </a:pPr>
            <a:r>
              <a:rPr lang="en-CA" sz="1800" b="1" u="sng" dirty="0"/>
              <a:t>03/06/2024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CA" dirty="0"/>
              <a:t>Worked on the improvement of the object class prediction in the density map with better accuracy.</a:t>
            </a:r>
          </a:p>
          <a:p>
            <a:pPr marL="514350" indent="-514350">
              <a:buFont typeface="+mj-lt"/>
              <a:buAutoNum type="romanUcPeriod" startAt="7"/>
            </a:pPr>
            <a:r>
              <a:rPr lang="en-US" sz="1800" b="1" u="sng" dirty="0"/>
              <a:t>03/13/2024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</a:rPr>
              <a:t>Worked on the density map using Faster R-CNN neural network model.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</a:rPr>
              <a:t>Analyzed both yolov5 and R-CNN density maps.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</a:rPr>
              <a:t>Results from using both the models in different zones and the density map accuracies were noted.</a:t>
            </a:r>
          </a:p>
          <a:p>
            <a:pPr marL="400050" indent="-400050">
              <a:buFont typeface="+mj-lt"/>
              <a:buAutoNum type="romanUcPeriod" startAt="8"/>
            </a:pPr>
            <a:r>
              <a:rPr lang="en-US" sz="1800" b="1" u="sng" dirty="0">
                <a:solidFill>
                  <a:srgbClr val="000000"/>
                </a:solidFill>
              </a:rPr>
              <a:t>03/19/2024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</a:rPr>
              <a:t>Worked on the beach usage pixel percentage count with the Yolov5 and Faster R-CNN models integrated into the four zones of the images using the ensemble technique.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</a:rPr>
              <a:t>Results are compared to the separate model outputs of R-CNN and Yolov5.</a:t>
            </a:r>
          </a:p>
          <a:p>
            <a:pPr marL="400050" indent="-400050">
              <a:buFont typeface="+mj-lt"/>
              <a:buAutoNum type="romanUcPeriod" startAt="9"/>
            </a:pPr>
            <a:r>
              <a:rPr lang="en-US" sz="1800" b="1" u="sng" dirty="0">
                <a:solidFill>
                  <a:schemeClr val="tx1"/>
                </a:solidFill>
              </a:rPr>
              <a:t>03/26/2024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D0D0D"/>
                </a:solidFill>
                <a:effectLst/>
              </a:rPr>
              <a:t>Worked on the Object detection </a:t>
            </a:r>
            <a:r>
              <a:rPr lang="en-US" dirty="0">
                <a:solidFill>
                  <a:srgbClr val="0D0D0D"/>
                </a:solidFill>
              </a:rPr>
              <a:t>of</a:t>
            </a:r>
            <a:r>
              <a:rPr lang="en-US" b="0" i="0" dirty="0">
                <a:solidFill>
                  <a:srgbClr val="0D0D0D"/>
                </a:solidFill>
                <a:effectLst/>
              </a:rPr>
              <a:t> images using the YOLOv5 model and then classifying and counting the detected objects within four predefined zones in each image</a:t>
            </a:r>
            <a:r>
              <a:rPr lang="en-US" b="0" i="0" dirty="0">
                <a:solidFill>
                  <a:srgbClr val="000000"/>
                </a:solidFill>
                <a:effectLst/>
              </a:rPr>
              <a:t>.</a:t>
            </a:r>
            <a:endParaRPr lang="en-US" dirty="0">
              <a:solidFill>
                <a:schemeClr val="tx1"/>
              </a:solidFill>
            </a:endParaRPr>
          </a:p>
          <a:p>
            <a:pPr marL="400050" indent="-400050">
              <a:buFont typeface="+mj-lt"/>
              <a:buAutoNum type="romanLcPeriod" startAt="10"/>
            </a:pPr>
            <a:r>
              <a:rPr lang="en-US" sz="1800" b="1" u="sng" dirty="0"/>
              <a:t>04/02/2024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</a:rPr>
              <a:t>Worked on the image classification technique using ensemble of yolov5 and Faster R-CNN detections.</a:t>
            </a:r>
          </a:p>
          <a:p>
            <a:pPr marL="400050" indent="-400050">
              <a:buFont typeface="+mj-lt"/>
              <a:buAutoNum type="romanUcPeriod" startAt="11"/>
            </a:pPr>
            <a:r>
              <a:rPr lang="en-US" sz="1800" b="1" u="sng" dirty="0">
                <a:solidFill>
                  <a:srgbClr val="000000"/>
                </a:solidFill>
              </a:rPr>
              <a:t>04/11/2024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</a:rPr>
              <a:t>Completed the Evaluation metrics update of precision, recall and accuracy for the Yolov5 and Faster R-CNN model detections.</a:t>
            </a:r>
          </a:p>
          <a:p>
            <a:pPr marL="514350" indent="-514350">
              <a:buFont typeface="+mj-lt"/>
              <a:buAutoNum type="romanUcPeriod" startAt="9"/>
            </a:pPr>
            <a:endParaRPr lang="en-CA" sz="1900" dirty="0"/>
          </a:p>
          <a:p>
            <a:pPr lvl="1">
              <a:buFont typeface="Wingdings" panose="05000000000000000000" pitchFamily="2" charset="2"/>
              <a:buChar char="Ø"/>
            </a:pPr>
            <a:endParaRPr lang="en-CA" sz="1300" b="1" dirty="0"/>
          </a:p>
          <a:p>
            <a:pPr lvl="1">
              <a:buFont typeface="Wingdings" panose="05000000000000000000" pitchFamily="2" charset="2"/>
              <a:buChar char="Ø"/>
            </a:pPr>
            <a:endParaRPr lang="en-CA" sz="1300" b="1" u="sn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50126-7629-076F-1C8C-F3BE5B83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34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C2DC-2E13-45C2-DDF7-78112FAA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0D36E7F-093F-2EC6-DD2D-0E6ABD5BB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0"/>
            <a:ext cx="10202248" cy="681037"/>
          </a:xfrm>
        </p:spPr>
        <p:txBody>
          <a:bodyPr>
            <a:normAutofit/>
          </a:bodyPr>
          <a:lstStyle/>
          <a:p>
            <a:r>
              <a:rPr lang="en-US" dirty="0"/>
              <a:t>Code and Output Snippets</a:t>
            </a:r>
            <a:endParaRPr lang="en-CA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7A4F43E-8DE4-8977-CA08-F37371CA0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562" y="1154828"/>
            <a:ext cx="5640237" cy="5022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500" b="1" dirty="0"/>
              <a:t>Density map with Yolov4 – 02/06/2024</a:t>
            </a:r>
          </a:p>
          <a:p>
            <a:pPr marL="0" indent="0">
              <a:buNone/>
            </a:pPr>
            <a:endParaRPr lang="en-CA" sz="15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0E733DE-2D26-7A78-143E-47281B5920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57924" y="1154828"/>
            <a:ext cx="5133225" cy="5022133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50126-7629-076F-1C8C-F3BE5B83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 descr="A group of people walking on a snowy path&#10;&#10;Description automatically generated">
            <a:extLst>
              <a:ext uri="{FF2B5EF4-FFF2-40B4-BE49-F238E27FC236}">
                <a16:creationId xmlns:a16="http://schemas.microsoft.com/office/drawing/2014/main" id="{C576393A-545E-A197-B925-B6160A7768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280" r="33962"/>
          <a:stretch/>
        </p:blipFill>
        <p:spPr>
          <a:xfrm>
            <a:off x="410816" y="2367682"/>
            <a:ext cx="2653910" cy="3809280"/>
          </a:xfrm>
          <a:prstGeom prst="rect">
            <a:avLst/>
          </a:prstGeom>
        </p:spPr>
      </p:pic>
      <p:pic>
        <p:nvPicPr>
          <p:cNvPr id="6" name="Picture 5" descr="A group of people walking down a snowy hill&#10;&#10;Description automatically generated">
            <a:extLst>
              <a:ext uri="{FF2B5EF4-FFF2-40B4-BE49-F238E27FC236}">
                <a16:creationId xmlns:a16="http://schemas.microsoft.com/office/drawing/2014/main" id="{3F3E9504-F53A-A87C-6B84-1BF9CAD002B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699" r="29644"/>
          <a:stretch/>
        </p:blipFill>
        <p:spPr>
          <a:xfrm>
            <a:off x="3115888" y="2367682"/>
            <a:ext cx="2818853" cy="380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776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C2DC-2E13-45C2-DDF7-78112FAA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0D36E7F-093F-2EC6-DD2D-0E6ABD5BB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0"/>
            <a:ext cx="10202248" cy="681037"/>
          </a:xfrm>
        </p:spPr>
        <p:txBody>
          <a:bodyPr>
            <a:normAutofit/>
          </a:bodyPr>
          <a:lstStyle/>
          <a:p>
            <a:r>
              <a:rPr lang="en-US" dirty="0"/>
              <a:t>Code and Output Snippets</a:t>
            </a:r>
            <a:endParaRPr lang="en-CA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7A4F43E-8DE4-8977-CA08-F37371CA0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562" y="1154828"/>
            <a:ext cx="5640237" cy="502213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CA" sz="1500" b="1" dirty="0"/>
          </a:p>
          <a:p>
            <a:pPr marL="0" indent="0">
              <a:buNone/>
            </a:pPr>
            <a:endParaRPr lang="en-CA" sz="15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11C601-75AB-D01C-F5F5-39320AAB0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1154828"/>
            <a:ext cx="4853763" cy="5022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Density map with Yolov5 – 02/13/2024</a:t>
            </a:r>
            <a:endParaRPr lang="en-CA" sz="15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50126-7629-076F-1C8C-F3BE5B83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F1BAF5-C4A3-9219-BC6A-3A7C6706F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041" y="1777041"/>
            <a:ext cx="2613804" cy="23642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8F7694-5D79-4660-C485-6350516F3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464" y="4236230"/>
            <a:ext cx="2688381" cy="24844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734D786-3EAB-CDAC-9811-F0CF97130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5169" y="1772033"/>
            <a:ext cx="2613804" cy="23693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682365-3910-64B0-44C3-3F0BA71DA0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5170" y="4219348"/>
            <a:ext cx="2632098" cy="24844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C601E3-123D-9A33-3A6B-79F78AB0CD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562" y="1525314"/>
            <a:ext cx="5490553" cy="502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93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C2DC-2E13-45C2-DDF7-78112FAA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0D36E7F-093F-2EC6-DD2D-0E6ABD5BB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0"/>
            <a:ext cx="10202248" cy="681037"/>
          </a:xfrm>
        </p:spPr>
        <p:txBody>
          <a:bodyPr>
            <a:normAutofit/>
          </a:bodyPr>
          <a:lstStyle/>
          <a:p>
            <a:r>
              <a:rPr lang="en-US" dirty="0"/>
              <a:t>Code and Output Snippets</a:t>
            </a:r>
            <a:endParaRPr lang="en-CA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7A4F43E-8DE4-8977-CA08-F37371CA0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562" y="1154828"/>
            <a:ext cx="5640237" cy="5022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500" b="1" dirty="0"/>
              <a:t>Zone-wise with density map clustering for beach image analysis using Yolov5 – 02/20/2024</a:t>
            </a:r>
          </a:p>
          <a:p>
            <a:pPr marL="0" indent="0">
              <a:buNone/>
            </a:pPr>
            <a:endParaRPr lang="en-CA" sz="15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3FE4E8-A3CB-742C-EC35-01FDA50B66E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57924" y="1268083"/>
            <a:ext cx="5640237" cy="5022135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50126-7629-076F-1C8C-F3BE5B83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745069-9F3A-5743-9394-88FBF06CB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63" y="2051535"/>
            <a:ext cx="2742966" cy="20201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DDDF75-3E06-CA91-3243-4C069168E8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562" y="4273169"/>
            <a:ext cx="2742965" cy="21600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A5D15B5-0B3E-68B7-6B28-0AC4304846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9523" y="2051536"/>
            <a:ext cx="2401492" cy="19736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A378ECD-228A-5445-7863-7FB0F6ACF4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9523" y="4273169"/>
            <a:ext cx="2419787" cy="216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889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C2DC-2E13-45C2-DDF7-78112FAA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0D36E7F-093F-2EC6-DD2D-0E6ABD5BB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0"/>
            <a:ext cx="10202248" cy="681037"/>
          </a:xfrm>
        </p:spPr>
        <p:txBody>
          <a:bodyPr>
            <a:normAutofit/>
          </a:bodyPr>
          <a:lstStyle/>
          <a:p>
            <a:r>
              <a:rPr lang="en-US" dirty="0"/>
              <a:t>Code and Output Snippets</a:t>
            </a:r>
            <a:endParaRPr lang="en-C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41F3B0A-2E38-C1D2-E85D-3B3A46A063E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79413" y="1154828"/>
            <a:ext cx="5640387" cy="5159708"/>
          </a:xfr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11C601-75AB-D01C-F5F5-39320AAB0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1154828"/>
            <a:ext cx="4853763" cy="5022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D0D0D"/>
                </a:solidFill>
              </a:rPr>
              <a:t>4 zones plotted and density map analyzed</a:t>
            </a:r>
            <a:r>
              <a:rPr lang="en-US" sz="1500" b="1" dirty="0"/>
              <a:t> – 02/27/2024</a:t>
            </a:r>
            <a:endParaRPr lang="en-CA" sz="15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50126-7629-076F-1C8C-F3BE5B83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6" name="Picture 15" descr="A group of squares with green text&#10;&#10;Description automatically generated">
            <a:extLst>
              <a:ext uri="{FF2B5EF4-FFF2-40B4-BE49-F238E27FC236}">
                <a16:creationId xmlns:a16="http://schemas.microsoft.com/office/drawing/2014/main" id="{8E3F1CEF-9D35-B104-23EA-867DF30344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634" t="7588" r="5888" b="17886"/>
          <a:stretch/>
        </p:blipFill>
        <p:spPr>
          <a:xfrm>
            <a:off x="6096000" y="1498568"/>
            <a:ext cx="6037052" cy="2372265"/>
          </a:xfrm>
          <a:prstGeom prst="rect">
            <a:avLst/>
          </a:prstGeom>
        </p:spPr>
      </p:pic>
      <p:pic>
        <p:nvPicPr>
          <p:cNvPr id="17" name="Picture 16" descr="A group of squares with text&#10;&#10;Description automatically generated">
            <a:extLst>
              <a:ext uri="{FF2B5EF4-FFF2-40B4-BE49-F238E27FC236}">
                <a16:creationId xmlns:a16="http://schemas.microsoft.com/office/drawing/2014/main" id="{80723CFB-3DC6-2894-CEC7-0C275615F6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863" t="18903" r="6568" b="18055"/>
          <a:stretch/>
        </p:blipFill>
        <p:spPr>
          <a:xfrm>
            <a:off x="6096000" y="3665895"/>
            <a:ext cx="6055383" cy="256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83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C2DC-2E13-45C2-DDF7-78112FAA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0D36E7F-093F-2EC6-DD2D-0E6ABD5BB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0"/>
            <a:ext cx="10202248" cy="681037"/>
          </a:xfrm>
        </p:spPr>
        <p:txBody>
          <a:bodyPr>
            <a:normAutofit/>
          </a:bodyPr>
          <a:lstStyle/>
          <a:p>
            <a:r>
              <a:rPr lang="en-US" dirty="0"/>
              <a:t>Code and Output Snippets</a:t>
            </a:r>
            <a:endParaRPr lang="en-CA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7A4F43E-8DE4-8977-CA08-F37371CA0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562" y="1154828"/>
            <a:ext cx="5640237" cy="5022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i="0" dirty="0">
                <a:solidFill>
                  <a:srgbClr val="0D0D0D"/>
                </a:solidFill>
                <a:effectLst/>
              </a:rPr>
              <a:t>Zone-wise Density Map</a:t>
            </a:r>
            <a:r>
              <a:rPr lang="en-US" sz="1500" b="1" dirty="0">
                <a:solidFill>
                  <a:srgbClr val="0D0D0D"/>
                </a:solidFill>
              </a:rPr>
              <a:t> using yolov5</a:t>
            </a:r>
            <a:r>
              <a:rPr lang="en-CA" sz="1500" b="1" dirty="0"/>
              <a:t>– 03/06/2024</a:t>
            </a:r>
          </a:p>
          <a:p>
            <a:pPr marL="0" indent="0">
              <a:buNone/>
            </a:pPr>
            <a:endParaRPr lang="en-CA" sz="15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11C601-75AB-D01C-F5F5-39320AAB0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1154828"/>
            <a:ext cx="4853763" cy="502213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CA" sz="15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50126-7629-076F-1C8C-F3BE5B83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 descr="A couple of people on a beach&#10;&#10;Description automatically generated">
            <a:extLst>
              <a:ext uri="{FF2B5EF4-FFF2-40B4-BE49-F238E27FC236}">
                <a16:creationId xmlns:a16="http://schemas.microsoft.com/office/drawing/2014/main" id="{662CAED0-C9DA-1D3D-2696-3410FC7950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41" t="14327" r="6550" b="16941"/>
          <a:stretch/>
        </p:blipFill>
        <p:spPr>
          <a:xfrm>
            <a:off x="160102" y="1637179"/>
            <a:ext cx="5420446" cy="2524326"/>
          </a:xfrm>
          <a:prstGeom prst="rect">
            <a:avLst/>
          </a:prstGeom>
        </p:spPr>
      </p:pic>
      <p:pic>
        <p:nvPicPr>
          <p:cNvPr id="6" name="Picture 5" descr="A couple of people walking on a beach&#10;&#10;Description automatically generated">
            <a:extLst>
              <a:ext uri="{FF2B5EF4-FFF2-40B4-BE49-F238E27FC236}">
                <a16:creationId xmlns:a16="http://schemas.microsoft.com/office/drawing/2014/main" id="{589A625F-DC20-15C2-7B95-AEA74B3F7D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39" t="15923" r="7251" b="17868"/>
          <a:stretch/>
        </p:blipFill>
        <p:spPr>
          <a:xfrm>
            <a:off x="42523" y="4103399"/>
            <a:ext cx="5538025" cy="21316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243C28-A178-BE97-7742-6824486FE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2980" y="1154827"/>
            <a:ext cx="6541433" cy="520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486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C2DC-2E13-45C2-DDF7-78112FAA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0D36E7F-093F-2EC6-DD2D-0E6ABD5BB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0"/>
            <a:ext cx="10202248" cy="681037"/>
          </a:xfrm>
        </p:spPr>
        <p:txBody>
          <a:bodyPr>
            <a:normAutofit/>
          </a:bodyPr>
          <a:lstStyle/>
          <a:p>
            <a:r>
              <a:rPr lang="en-US" dirty="0"/>
              <a:t>Code and Output Snippets</a:t>
            </a:r>
            <a:endParaRPr lang="en-CA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11C601-75AB-D01C-F5F5-39320AAB0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1154828"/>
            <a:ext cx="4853763" cy="5022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i="0" dirty="0">
                <a:solidFill>
                  <a:srgbClr val="0D0D0D"/>
                </a:solidFill>
                <a:effectLst/>
              </a:rPr>
              <a:t>Zone-wise Density Map</a:t>
            </a:r>
            <a:r>
              <a:rPr lang="en-US" sz="1500" b="1" dirty="0">
                <a:solidFill>
                  <a:srgbClr val="0D0D0D"/>
                </a:solidFill>
              </a:rPr>
              <a:t> using faster r-</a:t>
            </a:r>
            <a:r>
              <a:rPr lang="en-US" sz="1500" b="1" dirty="0" err="1">
                <a:solidFill>
                  <a:srgbClr val="0D0D0D"/>
                </a:solidFill>
              </a:rPr>
              <a:t>cnn</a:t>
            </a:r>
            <a:r>
              <a:rPr lang="en-US" sz="1500" b="1" dirty="0"/>
              <a:t> – 03/13/2024</a:t>
            </a:r>
          </a:p>
          <a:p>
            <a:pPr marL="0" indent="0">
              <a:buNone/>
            </a:pPr>
            <a:r>
              <a:rPr lang="en-US" sz="1500" b="1" dirty="0"/>
              <a:t>Comparison of people count in both Yolov5 and R-CNN</a:t>
            </a:r>
            <a:endParaRPr lang="en-CA" sz="15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50126-7629-076F-1C8C-F3BE5B83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8" name="Picture 7" descr="A beach with a few people on it&#10;&#10;Description automatically generated with medium confidence">
            <a:extLst>
              <a:ext uri="{FF2B5EF4-FFF2-40B4-BE49-F238E27FC236}">
                <a16:creationId xmlns:a16="http://schemas.microsoft.com/office/drawing/2014/main" id="{FDA778EA-337D-72CA-2378-A8B39E19F0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133" t="9827" r="9958" b="13601"/>
          <a:stretch/>
        </p:blipFill>
        <p:spPr>
          <a:xfrm>
            <a:off x="6096000" y="1885935"/>
            <a:ext cx="5858907" cy="2147977"/>
          </a:xfrm>
          <a:prstGeom prst="rect">
            <a:avLst/>
          </a:prstGeom>
        </p:spPr>
      </p:pic>
      <p:pic>
        <p:nvPicPr>
          <p:cNvPr id="12" name="Picture 11" descr="A beach with people on it&#10;&#10;Description automatically generated with medium confidence">
            <a:extLst>
              <a:ext uri="{FF2B5EF4-FFF2-40B4-BE49-F238E27FC236}">
                <a16:creationId xmlns:a16="http://schemas.microsoft.com/office/drawing/2014/main" id="{E73DFC44-D9F7-B18D-6ECF-FD4C39131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4147127"/>
            <a:ext cx="2614290" cy="2348767"/>
          </a:xfrm>
          <a:prstGeom prst="rect">
            <a:avLst/>
          </a:prstGeom>
        </p:spPr>
      </p:pic>
      <p:pic>
        <p:nvPicPr>
          <p:cNvPr id="13" name="Picture 12" descr="A beach with people on the shore&#10;&#10;Description automatically generated with medium confidence">
            <a:extLst>
              <a:ext uri="{FF2B5EF4-FFF2-40B4-BE49-F238E27FC236}">
                <a16:creationId xmlns:a16="http://schemas.microsoft.com/office/drawing/2014/main" id="{EEDE7BF0-2DDF-CADD-74AB-62C10DF35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8817" y="4154316"/>
            <a:ext cx="2766090" cy="23415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5D210F-55DE-80A2-8596-ADCDA2DAD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562" y="1154828"/>
            <a:ext cx="5555179" cy="535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651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C2DC-2E13-45C2-DDF7-78112FAA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0D36E7F-093F-2EC6-DD2D-0E6ABD5BB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0"/>
            <a:ext cx="10202248" cy="681037"/>
          </a:xfrm>
        </p:spPr>
        <p:txBody>
          <a:bodyPr>
            <a:normAutofit/>
          </a:bodyPr>
          <a:lstStyle/>
          <a:p>
            <a:r>
              <a:rPr lang="en-US" dirty="0"/>
              <a:t>Code and Output Snippets</a:t>
            </a:r>
            <a:endParaRPr lang="en-CA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7A4F43E-8DE4-8977-CA08-F37371CA0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562" y="1154828"/>
            <a:ext cx="5640237" cy="5022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Beach usage rates with both r-</a:t>
            </a:r>
            <a:r>
              <a:rPr lang="en-US" sz="1500" b="1" dirty="0" err="1"/>
              <a:t>cnn</a:t>
            </a:r>
            <a:r>
              <a:rPr lang="en-US" sz="1500" b="1" dirty="0"/>
              <a:t> and yolov5 – ensemble technique</a:t>
            </a:r>
            <a:r>
              <a:rPr lang="en-CA" sz="1500" b="1" dirty="0"/>
              <a:t> – 03/19/2024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E1EBA95B-AF62-ADEA-8840-ACA3140E5D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34001" y="1522671"/>
            <a:ext cx="6349041" cy="5278374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50126-7629-076F-1C8C-F3BE5B83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DFEDC3-C26E-69BF-BF16-BE7EDEFFC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771" y="1857678"/>
            <a:ext cx="3390716" cy="23931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EB35BC-D3B9-7B5C-C94C-9CF46856E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771" y="4250779"/>
            <a:ext cx="3390716" cy="25502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9EAB58-BAAE-B134-CA2E-9239734DC511}"/>
              </a:ext>
            </a:extLst>
          </p:cNvPr>
          <p:cNvSpPr txBox="1"/>
          <p:nvPr/>
        </p:nvSpPr>
        <p:spPr>
          <a:xfrm>
            <a:off x="508958" y="2596551"/>
            <a:ext cx="118181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Zone 1:  21</a:t>
            </a:r>
          </a:p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Zone 2:  2</a:t>
            </a:r>
          </a:p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Zone 3:  1</a:t>
            </a:r>
          </a:p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Zone 4:  1</a:t>
            </a:r>
            <a:endParaRPr lang="en-CA" sz="1400" b="1" dirty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C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C1A5A8-23BA-3834-4166-9529F44180BD}"/>
              </a:ext>
            </a:extLst>
          </p:cNvPr>
          <p:cNvSpPr txBox="1"/>
          <p:nvPr/>
        </p:nvSpPr>
        <p:spPr>
          <a:xfrm>
            <a:off x="508958" y="4744528"/>
            <a:ext cx="11818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Zone 1:  23</a:t>
            </a:r>
          </a:p>
          <a:p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Zone 2:  1</a:t>
            </a:r>
          </a:p>
          <a:p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Zone 3:  0</a:t>
            </a:r>
          </a:p>
          <a:p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Zone 4:  6</a:t>
            </a:r>
            <a:endParaRPr lang="en-CA" sz="1500" b="1" dirty="0">
              <a:solidFill>
                <a:schemeClr val="tx1">
                  <a:lumMod val="75000"/>
                  <a:lumOff val="25000"/>
                </a:schemeClr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240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C2DC-2E13-45C2-DDF7-78112FAA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0D36E7F-093F-2EC6-DD2D-0E6ABD5BB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0"/>
            <a:ext cx="10202248" cy="681037"/>
          </a:xfrm>
        </p:spPr>
        <p:txBody>
          <a:bodyPr>
            <a:normAutofit/>
          </a:bodyPr>
          <a:lstStyle/>
          <a:p>
            <a:r>
              <a:rPr lang="en-US" dirty="0"/>
              <a:t>Code and Output Snippets</a:t>
            </a:r>
            <a:endParaRPr lang="en-CA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7A4F43E-8DE4-8977-CA08-F37371CA0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562" y="1154828"/>
            <a:ext cx="5640237" cy="502213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CA" sz="1500" b="1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11C601-75AB-D01C-F5F5-39320AAB0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1154828"/>
            <a:ext cx="4853763" cy="5022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Object Detected Counts using Yolov5 - </a:t>
            </a:r>
            <a:r>
              <a:rPr lang="en-US" sz="1500" b="1" dirty="0">
                <a:solidFill>
                  <a:schemeClr val="tx1"/>
                </a:solidFill>
              </a:rPr>
              <a:t>03/26/2024</a:t>
            </a:r>
            <a:endParaRPr lang="en-CA" sz="15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50126-7629-076F-1C8C-F3BE5B83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3" name="Picture 12" descr="A person standing on a beach&#10;&#10;Description automatically generated">
            <a:extLst>
              <a:ext uri="{FF2B5EF4-FFF2-40B4-BE49-F238E27FC236}">
                <a16:creationId xmlns:a16="http://schemas.microsoft.com/office/drawing/2014/main" id="{9FF4C851-1A25-24B6-B4C5-D1E396A36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693545"/>
            <a:ext cx="5640237" cy="2393101"/>
          </a:xfrm>
          <a:prstGeom prst="rect">
            <a:avLst/>
          </a:prstGeom>
        </p:spPr>
      </p:pic>
      <p:pic>
        <p:nvPicPr>
          <p:cNvPr id="14" name="Picture 13" descr="A close-up of people on a beach&#10;&#10;Description automatically generated">
            <a:extLst>
              <a:ext uri="{FF2B5EF4-FFF2-40B4-BE49-F238E27FC236}">
                <a16:creationId xmlns:a16="http://schemas.microsoft.com/office/drawing/2014/main" id="{A499C4BE-F583-F5B5-49B5-457C15DBE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799" y="4149859"/>
            <a:ext cx="5609882" cy="26338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51EBCD-1F2E-1050-D4B4-3A538867B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05" y="1154828"/>
            <a:ext cx="5740695" cy="508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685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C2DC-2E13-45C2-DDF7-78112FAA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0D36E7F-093F-2EC6-DD2D-0E6ABD5BB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0"/>
            <a:ext cx="10202248" cy="931203"/>
          </a:xfrm>
        </p:spPr>
        <p:txBody>
          <a:bodyPr>
            <a:normAutofit/>
          </a:bodyPr>
          <a:lstStyle/>
          <a:p>
            <a:r>
              <a:rPr lang="en-US" dirty="0"/>
              <a:t>Code and Output Snippets</a:t>
            </a:r>
            <a:endParaRPr lang="en-CA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7A4F43E-8DE4-8977-CA08-F37371CA0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562" y="1154828"/>
            <a:ext cx="11602529" cy="55392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Image Classification with </a:t>
            </a:r>
            <a:r>
              <a:rPr lang="en-US" sz="1400" b="1" dirty="0" err="1"/>
              <a:t>Ensembling</a:t>
            </a:r>
            <a:r>
              <a:rPr lang="en-US" sz="1400" b="1" dirty="0"/>
              <a:t> Yolov5 and Faster R-CNN detections</a:t>
            </a:r>
            <a:r>
              <a:rPr lang="en-CA" sz="1500" b="1" dirty="0"/>
              <a:t>– 04/04/2024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50126-7629-076F-1C8C-F3BE5B83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70B92D-DD17-BB96-0253-9D5B627EC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5" y="1864861"/>
            <a:ext cx="4908943" cy="42426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5BD649-271D-0773-C0B4-E4109E6B7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068" y="1864861"/>
            <a:ext cx="7205932" cy="424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351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C2DC-2E13-45C2-DDF7-78112FAA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0D36E7F-093F-2EC6-DD2D-0E6ABD5BB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0"/>
            <a:ext cx="10202248" cy="931203"/>
          </a:xfrm>
        </p:spPr>
        <p:txBody>
          <a:bodyPr>
            <a:normAutofit/>
          </a:bodyPr>
          <a:lstStyle/>
          <a:p>
            <a:r>
              <a:rPr lang="en-US" dirty="0"/>
              <a:t>Code and Output Snippets</a:t>
            </a:r>
            <a:endParaRPr lang="en-CA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7A4F43E-8DE4-8977-CA08-F37371CA0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562" y="1154828"/>
            <a:ext cx="11602529" cy="55392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Image Classification with </a:t>
            </a:r>
            <a:r>
              <a:rPr lang="en-US" sz="1400" b="1" dirty="0" err="1"/>
              <a:t>Ensembling</a:t>
            </a:r>
            <a:r>
              <a:rPr lang="en-US" sz="1400" b="1" dirty="0"/>
              <a:t> Yolov5 and Faster R-CNN detections</a:t>
            </a:r>
            <a:r>
              <a:rPr lang="en-CA" sz="1500" b="1" dirty="0"/>
              <a:t>– 04/04/2024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50126-7629-076F-1C8C-F3BE5B83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3" name="Picture 2" descr="A person standing on a beach&#10;&#10;Description automatically generated">
            <a:extLst>
              <a:ext uri="{FF2B5EF4-FFF2-40B4-BE49-F238E27FC236}">
                <a16:creationId xmlns:a16="http://schemas.microsoft.com/office/drawing/2014/main" id="{DD207545-D306-C8F6-F1C4-B2A54D057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05" y="1756098"/>
            <a:ext cx="5562794" cy="2235280"/>
          </a:xfrm>
          <a:prstGeom prst="rect">
            <a:avLst/>
          </a:prstGeom>
        </p:spPr>
      </p:pic>
      <p:pic>
        <p:nvPicPr>
          <p:cNvPr id="5" name="Picture 4" descr="A beach with birds on it&#10;&#10;Description automatically generated with medium confidence">
            <a:extLst>
              <a:ext uri="{FF2B5EF4-FFF2-40B4-BE49-F238E27FC236}">
                <a16:creationId xmlns:a16="http://schemas.microsoft.com/office/drawing/2014/main" id="{3F56D45A-FC04-DCAA-D85B-28789512C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763" y="4215003"/>
            <a:ext cx="5640237" cy="2642998"/>
          </a:xfrm>
          <a:prstGeom prst="rect">
            <a:avLst/>
          </a:prstGeom>
        </p:spPr>
      </p:pic>
      <p:pic>
        <p:nvPicPr>
          <p:cNvPr id="4" name="Picture 3" descr="A group of people on a beach&#10;&#10;Description automatically generated">
            <a:extLst>
              <a:ext uri="{FF2B5EF4-FFF2-40B4-BE49-F238E27FC236}">
                <a16:creationId xmlns:a16="http://schemas.microsoft.com/office/drawing/2014/main" id="{06A8C30D-4A53-D0FD-E676-8575FD9CA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877" y="1721305"/>
            <a:ext cx="4987396" cy="2493698"/>
          </a:xfrm>
          <a:prstGeom prst="rect">
            <a:avLst/>
          </a:prstGeom>
        </p:spPr>
      </p:pic>
      <p:pic>
        <p:nvPicPr>
          <p:cNvPr id="6" name="Picture 5" descr="A group of people on a beach&#10;&#10;Description automatically generated">
            <a:extLst>
              <a:ext uri="{FF2B5EF4-FFF2-40B4-BE49-F238E27FC236}">
                <a16:creationId xmlns:a16="http://schemas.microsoft.com/office/drawing/2014/main" id="{5FDE3FE8-03FF-0D3C-2C27-1A7CE3CF54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1" y="4151609"/>
            <a:ext cx="5332535" cy="266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609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C2DC-2E13-45C2-DDF7-78112FAA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0D36E7F-093F-2EC6-DD2D-0E6ABD5BB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0"/>
            <a:ext cx="10202248" cy="931203"/>
          </a:xfrm>
        </p:spPr>
        <p:txBody>
          <a:bodyPr>
            <a:normAutofit/>
          </a:bodyPr>
          <a:lstStyle/>
          <a:p>
            <a:r>
              <a:rPr lang="en-US" dirty="0"/>
              <a:t>Code and Output Snippets</a:t>
            </a:r>
            <a:endParaRPr lang="en-CA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7A4F43E-8DE4-8977-CA08-F37371CA0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562" y="1154828"/>
            <a:ext cx="11602529" cy="55392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Image Classification with </a:t>
            </a:r>
            <a:r>
              <a:rPr lang="en-US" sz="1400" b="1" dirty="0" err="1"/>
              <a:t>Ensembling</a:t>
            </a:r>
            <a:r>
              <a:rPr lang="en-US" sz="1400" b="1" dirty="0"/>
              <a:t> Yolov5 and Faster R-CNN detections with Accuracy, Precision and Recall Values</a:t>
            </a:r>
            <a:r>
              <a:rPr lang="en-CA" sz="1400" b="1" dirty="0"/>
              <a:t>– 04/10/2024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50126-7629-076F-1C8C-F3BE5B83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A6FDF5-B5A9-8837-86CD-18C64EDEB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419" y="1930406"/>
            <a:ext cx="5978106" cy="43909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FE7222-EEFA-F602-4484-9C5114F17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687" y="1930407"/>
            <a:ext cx="6243313" cy="43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233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C2DC-2E13-45C2-DDF7-78112FAA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0D36E7F-093F-2EC6-DD2D-0E6ABD5BB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0"/>
            <a:ext cx="10202248" cy="931203"/>
          </a:xfrm>
        </p:spPr>
        <p:txBody>
          <a:bodyPr>
            <a:normAutofit/>
          </a:bodyPr>
          <a:lstStyle/>
          <a:p>
            <a:r>
              <a:rPr lang="en-US" dirty="0"/>
              <a:t>Code and Output Snippets</a:t>
            </a:r>
            <a:endParaRPr lang="en-CA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7A4F43E-8DE4-8977-CA08-F37371CA0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562" y="1154828"/>
            <a:ext cx="11602529" cy="55392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Image Classification with </a:t>
            </a:r>
            <a:r>
              <a:rPr lang="en-US" sz="1500" b="1" dirty="0" err="1"/>
              <a:t>Ensembling</a:t>
            </a:r>
            <a:r>
              <a:rPr lang="en-US" sz="1500" b="1" dirty="0"/>
              <a:t> Yolov5 and Faster R-CNN detections with Accuracy, Precision and Recall Values</a:t>
            </a:r>
            <a:r>
              <a:rPr lang="en-CA" sz="1500" b="1" dirty="0"/>
              <a:t>– 04/10/2024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50126-7629-076F-1C8C-F3BE5B83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7CEBB6-30E6-5116-3ED9-D3D3C171C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38" y="1781228"/>
            <a:ext cx="10941612" cy="428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295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C2DC-2E13-45C2-DDF7-78112FAA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0D36E7F-093F-2EC6-DD2D-0E6ABD5BB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0"/>
            <a:ext cx="10202248" cy="931203"/>
          </a:xfrm>
        </p:spPr>
        <p:txBody>
          <a:bodyPr>
            <a:normAutofit/>
          </a:bodyPr>
          <a:lstStyle/>
          <a:p>
            <a:r>
              <a:rPr lang="en-US" dirty="0"/>
              <a:t>Code and Output Snippets</a:t>
            </a:r>
            <a:endParaRPr lang="en-CA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7A4F43E-8DE4-8977-CA08-F37371CA0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562" y="1154828"/>
            <a:ext cx="11602529" cy="55392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Image Classification with </a:t>
            </a:r>
            <a:r>
              <a:rPr lang="en-US" sz="1500" b="1" dirty="0" err="1"/>
              <a:t>Ensembling</a:t>
            </a:r>
            <a:r>
              <a:rPr lang="en-US" sz="1500" b="1" dirty="0"/>
              <a:t> Yolov5 and Faster R-CNN detections with Accuracy, Precision and Recall Values</a:t>
            </a:r>
            <a:r>
              <a:rPr lang="en-CA" sz="1500" b="1" dirty="0"/>
              <a:t>– 04/10/2024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50126-7629-076F-1C8C-F3BE5B83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81C6E9-FEA4-8744-F1D9-7AC67B876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76" y="1727611"/>
            <a:ext cx="10922561" cy="470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938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C2DC-2E13-45C2-DDF7-78112FAA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0D36E7F-093F-2EC6-DD2D-0E6ABD5BB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0"/>
            <a:ext cx="10202248" cy="931203"/>
          </a:xfrm>
        </p:spPr>
        <p:txBody>
          <a:bodyPr>
            <a:normAutofit/>
          </a:bodyPr>
          <a:lstStyle/>
          <a:p>
            <a:r>
              <a:rPr lang="en-US" dirty="0"/>
              <a:t>Code and Output Snippets</a:t>
            </a:r>
            <a:endParaRPr lang="en-CA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7A4F43E-8DE4-8977-CA08-F37371CA0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562" y="1154828"/>
            <a:ext cx="11602529" cy="55392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Image Classification with </a:t>
            </a:r>
            <a:r>
              <a:rPr lang="en-US" sz="1500" b="1" dirty="0" err="1"/>
              <a:t>Ensembling</a:t>
            </a:r>
            <a:r>
              <a:rPr lang="en-US" sz="1500" b="1" dirty="0"/>
              <a:t> Yolov5 and Faster R-CNN detections with Accuracy, Precision and Recall Values</a:t>
            </a:r>
            <a:r>
              <a:rPr lang="en-CA" sz="1500" b="1" dirty="0"/>
              <a:t>– 04/10/2024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50126-7629-076F-1C8C-F3BE5B83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BBF6EE-EBDA-F681-01DF-050435040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63" y="1828978"/>
            <a:ext cx="8065698" cy="47881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D6CA4D-C87E-8924-7DCC-3A5E56D16507}"/>
              </a:ext>
            </a:extLst>
          </p:cNvPr>
          <p:cNvSpPr txBox="1"/>
          <p:nvPr/>
        </p:nvSpPr>
        <p:spPr>
          <a:xfrm>
            <a:off x="9057736" y="2104845"/>
            <a:ext cx="27547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Precision: 0.11764705882352941 Recall: 0.6666666666666666 Accuracy: 0.6666666666666666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471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C2DC-2E13-45C2-DDF7-78112FAA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0D36E7F-093F-2EC6-DD2D-0E6ABD5BB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0"/>
            <a:ext cx="10202248" cy="931203"/>
          </a:xfrm>
        </p:spPr>
        <p:txBody>
          <a:bodyPr>
            <a:normAutofit/>
          </a:bodyPr>
          <a:lstStyle/>
          <a:p>
            <a:r>
              <a:rPr lang="en-US" dirty="0"/>
              <a:t>Code and Output Snippets</a:t>
            </a:r>
            <a:endParaRPr lang="en-CA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7A4F43E-8DE4-8977-CA08-F37371CA0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562" y="1154828"/>
            <a:ext cx="11602529" cy="55392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Image Classification with </a:t>
            </a:r>
            <a:r>
              <a:rPr lang="en-US" sz="1500" b="1" dirty="0" err="1"/>
              <a:t>Ensembling</a:t>
            </a:r>
            <a:r>
              <a:rPr lang="en-US" sz="1500" b="1" dirty="0"/>
              <a:t> Yolov5 and Faster R-CNN detections with Accuracy, Precision and Recall Values</a:t>
            </a:r>
            <a:r>
              <a:rPr lang="en-CA" sz="1500" b="1" dirty="0"/>
              <a:t>– 04/10/2024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50126-7629-076F-1C8C-F3BE5B83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D6CA4D-C87E-8924-7DCC-3A5E56D16507}"/>
              </a:ext>
            </a:extLst>
          </p:cNvPr>
          <p:cNvSpPr txBox="1"/>
          <p:nvPr/>
        </p:nvSpPr>
        <p:spPr>
          <a:xfrm>
            <a:off x="9057736" y="2104845"/>
            <a:ext cx="27547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Precision: 0.44 </a:t>
            </a:r>
          </a:p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Recall: 0.9565217391304348 Accuracy: 0.9565217391304348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1AB5BD-42C5-62DF-F595-903B3A9F5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9" y="1650999"/>
            <a:ext cx="8826954" cy="471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6894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C2DC-2E13-45C2-DDF7-78112FAA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0D36E7F-093F-2EC6-DD2D-0E6ABD5BB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0"/>
            <a:ext cx="10202248" cy="931203"/>
          </a:xfrm>
        </p:spPr>
        <p:txBody>
          <a:bodyPr>
            <a:normAutofit/>
          </a:bodyPr>
          <a:lstStyle/>
          <a:p>
            <a:r>
              <a:rPr lang="en-US" dirty="0"/>
              <a:t>Code and Output Snippets</a:t>
            </a:r>
            <a:endParaRPr lang="en-CA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7A4F43E-8DE4-8977-CA08-F37371CA0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562" y="1154828"/>
            <a:ext cx="11602529" cy="55392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Image Classification with </a:t>
            </a:r>
            <a:r>
              <a:rPr lang="en-US" sz="1500" b="1" dirty="0" err="1"/>
              <a:t>Ensembling</a:t>
            </a:r>
            <a:r>
              <a:rPr lang="en-US" sz="1500" b="1" dirty="0"/>
              <a:t> Yolov5 and Faster R-CNN detections with Accuracy, Precision and Recall Values</a:t>
            </a:r>
            <a:r>
              <a:rPr lang="en-CA" sz="1500" b="1" dirty="0"/>
              <a:t>– 04/10/2024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50126-7629-076F-1C8C-F3BE5B83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D6CA4D-C87E-8924-7DCC-3A5E56D16507}"/>
              </a:ext>
            </a:extLst>
          </p:cNvPr>
          <p:cNvSpPr txBox="1"/>
          <p:nvPr/>
        </p:nvSpPr>
        <p:spPr>
          <a:xfrm>
            <a:off x="9057736" y="2104845"/>
            <a:ext cx="2754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Precision: 0.27058823529411763 Recall: 0.92</a:t>
            </a:r>
          </a:p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Accuracy: 0.92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22040C-B11E-6562-D046-D110396B2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09" y="1691012"/>
            <a:ext cx="8678174" cy="483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3935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C2DC-2E13-45C2-DDF7-78112FAA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0D36E7F-093F-2EC6-DD2D-0E6ABD5BB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0"/>
            <a:ext cx="10202248" cy="931203"/>
          </a:xfrm>
        </p:spPr>
        <p:txBody>
          <a:bodyPr>
            <a:normAutofit/>
          </a:bodyPr>
          <a:lstStyle/>
          <a:p>
            <a:r>
              <a:rPr lang="en-US" dirty="0"/>
              <a:t>Code and Output Snippets</a:t>
            </a:r>
            <a:endParaRPr lang="en-CA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7A4F43E-8DE4-8977-CA08-F37371CA0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9562" y="1154828"/>
            <a:ext cx="11602529" cy="55392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Image Classification with </a:t>
            </a:r>
            <a:r>
              <a:rPr lang="en-US" sz="1500" b="1" dirty="0" err="1"/>
              <a:t>Ensembling</a:t>
            </a:r>
            <a:r>
              <a:rPr lang="en-US" sz="1500" b="1" dirty="0"/>
              <a:t> Yolov5 and Faster R-CNN detections with Accuracy, Precision and Recall Values</a:t>
            </a:r>
            <a:r>
              <a:rPr lang="en-CA" sz="1500" b="1" dirty="0"/>
              <a:t>– 04/10/2024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50126-7629-076F-1C8C-F3BE5B83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D6CA4D-C87E-8924-7DCC-3A5E56D16507}"/>
              </a:ext>
            </a:extLst>
          </p:cNvPr>
          <p:cNvSpPr txBox="1"/>
          <p:nvPr/>
        </p:nvSpPr>
        <p:spPr>
          <a:xfrm>
            <a:off x="9057736" y="2104845"/>
            <a:ext cx="27547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Precision: 0.44 </a:t>
            </a:r>
          </a:p>
          <a:p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Recall: 0.9565217391304348 Accuracy: 0.9565217391304348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C8A22F-1C78-7D2A-B6AD-BDCECB3ED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62" y="1816516"/>
            <a:ext cx="8649145" cy="461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494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4FDE2-B0EF-7E13-5F5E-0C10504B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448056"/>
            <a:ext cx="9914859" cy="569861"/>
          </a:xfrm>
        </p:spPr>
        <p:txBody>
          <a:bodyPr>
            <a:normAutofit fontScale="90000"/>
          </a:bodyPr>
          <a:lstStyle/>
          <a:p>
            <a:r>
              <a:rPr lang="en-US" dirty="0"/>
              <a:t>Communication plan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8E8E83-9A14-C42B-71F6-561BF39338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8861257"/>
              </p:ext>
            </p:extLst>
          </p:nvPr>
        </p:nvGraphicFramePr>
        <p:xfrm>
          <a:off x="638355" y="1002191"/>
          <a:ext cx="10191567" cy="5129447"/>
        </p:xfrm>
        <a:graphic>
          <a:graphicData uri="http://schemas.openxmlformats.org/drawingml/2006/table">
            <a:tbl>
              <a:tblPr/>
              <a:tblGrid>
                <a:gridCol w="1402327">
                  <a:extLst>
                    <a:ext uri="{9D8B030D-6E8A-4147-A177-3AD203B41FA5}">
                      <a16:colId xmlns:a16="http://schemas.microsoft.com/office/drawing/2014/main" val="3696417243"/>
                    </a:ext>
                  </a:extLst>
                </a:gridCol>
                <a:gridCol w="1757848">
                  <a:extLst>
                    <a:ext uri="{9D8B030D-6E8A-4147-A177-3AD203B41FA5}">
                      <a16:colId xmlns:a16="http://schemas.microsoft.com/office/drawing/2014/main" val="2877326365"/>
                    </a:ext>
                  </a:extLst>
                </a:gridCol>
                <a:gridCol w="1757848">
                  <a:extLst>
                    <a:ext uri="{9D8B030D-6E8A-4147-A177-3AD203B41FA5}">
                      <a16:colId xmlns:a16="http://schemas.microsoft.com/office/drawing/2014/main" val="3502652973"/>
                    </a:ext>
                  </a:extLst>
                </a:gridCol>
                <a:gridCol w="1757848">
                  <a:extLst>
                    <a:ext uri="{9D8B030D-6E8A-4147-A177-3AD203B41FA5}">
                      <a16:colId xmlns:a16="http://schemas.microsoft.com/office/drawing/2014/main" val="3136669760"/>
                    </a:ext>
                  </a:extLst>
                </a:gridCol>
                <a:gridCol w="1757848">
                  <a:extLst>
                    <a:ext uri="{9D8B030D-6E8A-4147-A177-3AD203B41FA5}">
                      <a16:colId xmlns:a16="http://schemas.microsoft.com/office/drawing/2014/main" val="3734095620"/>
                    </a:ext>
                  </a:extLst>
                </a:gridCol>
                <a:gridCol w="1757848">
                  <a:extLst>
                    <a:ext uri="{9D8B030D-6E8A-4147-A177-3AD203B41FA5}">
                      <a16:colId xmlns:a16="http://schemas.microsoft.com/office/drawing/2014/main" val="3188418057"/>
                    </a:ext>
                  </a:extLst>
                </a:gridCol>
              </a:tblGrid>
              <a:tr h="508153">
                <a:tc>
                  <a:txBody>
                    <a:bodyPr/>
                    <a:lstStyle/>
                    <a:p>
                      <a:pPr algn="ctr" rtl="0" fontAlgn="base"/>
                      <a:endParaRPr lang="en-CA" sz="1050" b="1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1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Name 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1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1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Role​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1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1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Send/Receive​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1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Email​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1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1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Weekly Meetings​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</a:p>
                    <a:p>
                      <a:pPr algn="ctr" rtl="0" fontAlgn="base"/>
                      <a:r>
                        <a:rPr lang="en-CA" sz="105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Thursday – 10.00 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am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1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1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Decisions​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1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1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Documentation​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766655470"/>
                  </a:ext>
                </a:extLst>
              </a:tr>
              <a:tr h="451339"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Dr. Alex &amp; Rich Freeman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Client​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Yes​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Attendee</a:t>
                      </a: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Project Scope​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 and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​Project plan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Project documentation​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296511879"/>
                  </a:ext>
                </a:extLst>
              </a:tr>
              <a:tr h="573004"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Sanjeev Kumar​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Instructor​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Yes​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Optional Attendee​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Progression of Project​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Grading​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</a:p>
                    <a:p>
                      <a:pPr algn="ctr" rtl="0" fontAlgn="base"/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71452155"/>
                  </a:ext>
                </a:extLst>
              </a:tr>
              <a:tr h="746157"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Brunilda </a:t>
                      </a:r>
                      <a:r>
                        <a:rPr lang="en-CA" sz="1050" b="0" i="0" u="none" strike="noStrik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Xhaferllari</a:t>
                      </a:r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Project Manager​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Yes​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Suggested Attendee​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Project and Task Management related items​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Project Management Presentation components​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61510918"/>
                  </a:ext>
                </a:extLst>
              </a:tr>
              <a:tr h="620551"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Ruwindhu</a:t>
                      </a:r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CA" sz="1050" b="0" i="0" u="none" strike="noStrik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Hettige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US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Project co-ordinator</a:t>
                      </a: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Yes</a:t>
                      </a: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​Attendee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Progression of Project​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Project co-ordinator​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042333047"/>
                  </a:ext>
                </a:extLst>
              </a:tr>
              <a:tr h="750863"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Mahima Srinivasan</a:t>
                      </a: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ML Engineer​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Yes​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Attend​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ee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Team, Project and Own Tasks​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Communication/Presentation​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04482266"/>
                  </a:ext>
                </a:extLst>
              </a:tr>
              <a:tr h="620551"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Nishanth Sai </a:t>
                      </a:r>
                      <a:r>
                        <a:rPr lang="en-CA" sz="1050" b="0" i="0" u="none" strike="noStrik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Chirumamilla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ML Engineer​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Yes​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Attend​</a:t>
                      </a:r>
                      <a:r>
                        <a:rPr lang="en-CA" sz="1050" b="0" i="0" u="none" strike="noStrik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ee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Team, Project and Own Tasks​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Communication/Presentation​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28206264"/>
                  </a:ext>
                </a:extLst>
              </a:tr>
              <a:tr h="520630"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Vinay Kumar </a:t>
                      </a:r>
                      <a:r>
                        <a:rPr lang="en-CA" sz="1050" b="0" i="0" u="none" strike="noStrik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Dontarmina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ML Engineer​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Yes​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Attendee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Team, Project and Own Tasks​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CA" sz="105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Communication/Presentation​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rtl="0" fontAlgn="base"/>
                      <a:r>
                        <a:rPr lang="en-CA" sz="1050" b="0" i="0" u="none" strike="noStrik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r>
                        <a:rPr lang="en-CA" sz="1050" b="0" i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CA" sz="1050" b="0" i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895" marR="9895" marT="4948" marB="4948">
                    <a:lnL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25" cap="flat" cmpd="sng" algn="ctr">
                      <a:solidFill>
                        <a:srgbClr val="5AA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13000"/>
                            <a:lumOff val="87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46492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13069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04B8D-712A-FB07-85C1-8C1EED8E9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6" y="0"/>
            <a:ext cx="10391490" cy="901123"/>
          </a:xfrm>
        </p:spPr>
        <p:txBody>
          <a:bodyPr>
            <a:normAutofit/>
          </a:bodyPr>
          <a:lstStyle/>
          <a:p>
            <a:r>
              <a:rPr lang="en-US" dirty="0"/>
              <a:t>Gantt Chart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F749D-C30A-18FE-12FF-12414A465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EBD2A47-3DF2-4802-95E2-3AF0635E9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571418-E2DB-45F8-F63F-004DDA5D8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29668"/>
              </p:ext>
            </p:extLst>
          </p:nvPr>
        </p:nvGraphicFramePr>
        <p:xfrm>
          <a:off x="181157" y="815011"/>
          <a:ext cx="11903256" cy="5632336"/>
        </p:xfrm>
        <a:graphic>
          <a:graphicData uri="http://schemas.openxmlformats.org/drawingml/2006/table">
            <a:tbl>
              <a:tblPr>
                <a:effectLst/>
                <a:tableStyleId>{5C22544A-7EE6-4342-B048-85BDC9FD1C3A}</a:tableStyleId>
              </a:tblPr>
              <a:tblGrid>
                <a:gridCol w="2287279">
                  <a:extLst>
                    <a:ext uri="{9D8B030D-6E8A-4147-A177-3AD203B41FA5}">
                      <a16:colId xmlns:a16="http://schemas.microsoft.com/office/drawing/2014/main" val="2278697664"/>
                    </a:ext>
                  </a:extLst>
                </a:gridCol>
                <a:gridCol w="772543">
                  <a:extLst>
                    <a:ext uri="{9D8B030D-6E8A-4147-A177-3AD203B41FA5}">
                      <a16:colId xmlns:a16="http://schemas.microsoft.com/office/drawing/2014/main" val="1336326618"/>
                    </a:ext>
                  </a:extLst>
                </a:gridCol>
                <a:gridCol w="786083">
                  <a:extLst>
                    <a:ext uri="{9D8B030D-6E8A-4147-A177-3AD203B41FA5}">
                      <a16:colId xmlns:a16="http://schemas.microsoft.com/office/drawing/2014/main" val="154332214"/>
                    </a:ext>
                  </a:extLst>
                </a:gridCol>
                <a:gridCol w="786083">
                  <a:extLst>
                    <a:ext uri="{9D8B030D-6E8A-4147-A177-3AD203B41FA5}">
                      <a16:colId xmlns:a16="http://schemas.microsoft.com/office/drawing/2014/main" val="2616244656"/>
                    </a:ext>
                  </a:extLst>
                </a:gridCol>
                <a:gridCol w="786083">
                  <a:extLst>
                    <a:ext uri="{9D8B030D-6E8A-4147-A177-3AD203B41FA5}">
                      <a16:colId xmlns:a16="http://schemas.microsoft.com/office/drawing/2014/main" val="2372433697"/>
                    </a:ext>
                  </a:extLst>
                </a:gridCol>
                <a:gridCol w="786083">
                  <a:extLst>
                    <a:ext uri="{9D8B030D-6E8A-4147-A177-3AD203B41FA5}">
                      <a16:colId xmlns:a16="http://schemas.microsoft.com/office/drawing/2014/main" val="3072947377"/>
                    </a:ext>
                  </a:extLst>
                </a:gridCol>
                <a:gridCol w="786083">
                  <a:extLst>
                    <a:ext uri="{9D8B030D-6E8A-4147-A177-3AD203B41FA5}">
                      <a16:colId xmlns:a16="http://schemas.microsoft.com/office/drawing/2014/main" val="2722070573"/>
                    </a:ext>
                  </a:extLst>
                </a:gridCol>
                <a:gridCol w="786083">
                  <a:extLst>
                    <a:ext uri="{9D8B030D-6E8A-4147-A177-3AD203B41FA5}">
                      <a16:colId xmlns:a16="http://schemas.microsoft.com/office/drawing/2014/main" val="611881949"/>
                    </a:ext>
                  </a:extLst>
                </a:gridCol>
                <a:gridCol w="786083">
                  <a:extLst>
                    <a:ext uri="{9D8B030D-6E8A-4147-A177-3AD203B41FA5}">
                      <a16:colId xmlns:a16="http://schemas.microsoft.com/office/drawing/2014/main" val="3145016878"/>
                    </a:ext>
                  </a:extLst>
                </a:gridCol>
                <a:gridCol w="786083">
                  <a:extLst>
                    <a:ext uri="{9D8B030D-6E8A-4147-A177-3AD203B41FA5}">
                      <a16:colId xmlns:a16="http://schemas.microsoft.com/office/drawing/2014/main" val="1028824729"/>
                    </a:ext>
                  </a:extLst>
                </a:gridCol>
                <a:gridCol w="982604">
                  <a:extLst>
                    <a:ext uri="{9D8B030D-6E8A-4147-A177-3AD203B41FA5}">
                      <a16:colId xmlns:a16="http://schemas.microsoft.com/office/drawing/2014/main" val="945539031"/>
                    </a:ext>
                  </a:extLst>
                </a:gridCol>
                <a:gridCol w="786083">
                  <a:extLst>
                    <a:ext uri="{9D8B030D-6E8A-4147-A177-3AD203B41FA5}">
                      <a16:colId xmlns:a16="http://schemas.microsoft.com/office/drawing/2014/main" val="3296795732"/>
                    </a:ext>
                  </a:extLst>
                </a:gridCol>
                <a:gridCol w="786083">
                  <a:extLst>
                    <a:ext uri="{9D8B030D-6E8A-4147-A177-3AD203B41FA5}">
                      <a16:colId xmlns:a16="http://schemas.microsoft.com/office/drawing/2014/main" val="1342163017"/>
                    </a:ext>
                  </a:extLst>
                </a:gridCol>
              </a:tblGrid>
              <a:tr h="327130"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IN" sz="1400" b="1" u="none" strike="noStrike" dirty="0">
                          <a:effectLst/>
                        </a:rPr>
                        <a:t>                        Month 1</a:t>
                      </a:r>
                      <a:endParaRPr lang="en-CA" dirty="0"/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Month 2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IN" sz="1400" b="1" u="none" strike="noStrike" dirty="0">
                          <a:effectLst/>
                        </a:rPr>
                        <a:t>Month 3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1244973"/>
                  </a:ext>
                </a:extLst>
              </a:tr>
              <a:tr h="501504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 Progress</a:t>
                      </a:r>
                    </a:p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Week 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Week 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Week 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Week 4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Week 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Week 6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Week 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Week 8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Week 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Week 10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Week 11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Week 12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72817357"/>
                  </a:ext>
                </a:extLst>
              </a:tr>
              <a:tr h="492338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  Project planning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</a:t>
                      </a: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934657546"/>
                  </a:ext>
                </a:extLst>
              </a:tr>
              <a:tr h="42536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   Data  collection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gridSpan="2">
                  <a:txBody>
                    <a:bodyPr/>
                    <a:lstStyle/>
                    <a:p>
                      <a:endParaRPr lang="en-CA" dirty="0"/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49284265"/>
                  </a:ext>
                </a:extLst>
              </a:tr>
              <a:tr h="44087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  Data preprocessing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</a:t>
                      </a: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80086819"/>
                  </a:ext>
                </a:extLst>
              </a:tr>
              <a:tr h="49952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  Model labelling and training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51601054"/>
                  </a:ext>
                </a:extLst>
              </a:tr>
              <a:tr h="627257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  Testing image data in water segmentation and zone-based prediction model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77451532"/>
                  </a:ext>
                </a:extLst>
              </a:tr>
              <a:tr h="441219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  Algorithm for density map based on YOLO functionality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gridSpan="2"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526043067"/>
                  </a:ext>
                </a:extLst>
              </a:tr>
              <a:tr h="65426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 Improving model accuracy based on the prediction data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61233126"/>
                  </a:ext>
                </a:extLst>
              </a:tr>
              <a:tr h="488939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  Testing &amp; Evaluation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06402730"/>
                  </a:ext>
                </a:extLst>
              </a:tr>
              <a:tr h="721097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   Deployment &amp;   Documentation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gradFill>
                      <a:gsLst>
                        <a:gs pos="5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58041899"/>
                  </a:ext>
                </a:extLst>
              </a:tr>
            </a:tbl>
          </a:graphicData>
        </a:graphic>
      </p:graphicFrame>
      <p:sp>
        <p:nvSpPr>
          <p:cNvPr id="6" name="Arrow: Pentagon 5">
            <a:extLst>
              <a:ext uri="{FF2B5EF4-FFF2-40B4-BE49-F238E27FC236}">
                <a16:creationId xmlns:a16="http://schemas.microsoft.com/office/drawing/2014/main" id="{FF7F2779-9AD1-E158-F808-D49A10226DCD}"/>
              </a:ext>
            </a:extLst>
          </p:cNvPr>
          <p:cNvSpPr/>
          <p:nvPr/>
        </p:nvSpPr>
        <p:spPr>
          <a:xfrm>
            <a:off x="2501872" y="1657624"/>
            <a:ext cx="1587261" cy="48040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FDBB5FC8-10FB-B528-E506-FAE7D43590BC}"/>
              </a:ext>
            </a:extLst>
          </p:cNvPr>
          <p:cNvSpPr/>
          <p:nvPr/>
        </p:nvSpPr>
        <p:spPr>
          <a:xfrm>
            <a:off x="3281967" y="2191128"/>
            <a:ext cx="756601" cy="367837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CA30B933-B8E9-1FD7-5254-25B5FA3F9D77}"/>
              </a:ext>
            </a:extLst>
          </p:cNvPr>
          <p:cNvSpPr/>
          <p:nvPr/>
        </p:nvSpPr>
        <p:spPr>
          <a:xfrm>
            <a:off x="4071880" y="2619867"/>
            <a:ext cx="756601" cy="429449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B1920C61-B129-5E3F-D1C0-11BDAA1700AE}"/>
              </a:ext>
            </a:extLst>
          </p:cNvPr>
          <p:cNvSpPr/>
          <p:nvPr/>
        </p:nvSpPr>
        <p:spPr>
          <a:xfrm>
            <a:off x="4828481" y="2999551"/>
            <a:ext cx="754158" cy="429449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91C6A94A-C730-2D00-E340-AE9EEBF5A7DB}"/>
              </a:ext>
            </a:extLst>
          </p:cNvPr>
          <p:cNvSpPr/>
          <p:nvPr/>
        </p:nvSpPr>
        <p:spPr>
          <a:xfrm>
            <a:off x="5624371" y="3504894"/>
            <a:ext cx="823920" cy="476438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186BC4F9-DBF0-DBCB-9647-07472C8BCC71}"/>
              </a:ext>
            </a:extLst>
          </p:cNvPr>
          <p:cNvSpPr/>
          <p:nvPr/>
        </p:nvSpPr>
        <p:spPr>
          <a:xfrm>
            <a:off x="6448291" y="4132968"/>
            <a:ext cx="733440" cy="476438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/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9EF92F0B-AAEE-5A22-CD9D-BD75E537BF0D}"/>
              </a:ext>
            </a:extLst>
          </p:cNvPr>
          <p:cNvSpPr/>
          <p:nvPr/>
        </p:nvSpPr>
        <p:spPr>
          <a:xfrm>
            <a:off x="8767238" y="5301188"/>
            <a:ext cx="1789473" cy="44560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 dirty="0"/>
          </a:p>
        </p:txBody>
      </p:sp>
      <p:sp>
        <p:nvSpPr>
          <p:cNvPr id="20" name="Arrow: Pentagon 19">
            <a:extLst>
              <a:ext uri="{FF2B5EF4-FFF2-40B4-BE49-F238E27FC236}">
                <a16:creationId xmlns:a16="http://schemas.microsoft.com/office/drawing/2014/main" id="{A1802317-3E23-B557-C3B1-AA56DACA6E23}"/>
              </a:ext>
            </a:extLst>
          </p:cNvPr>
          <p:cNvSpPr/>
          <p:nvPr/>
        </p:nvSpPr>
        <p:spPr>
          <a:xfrm>
            <a:off x="7181731" y="4704674"/>
            <a:ext cx="1707160" cy="44560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 dirty="0"/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B8FE418E-321D-617D-6018-18C29B956031}"/>
              </a:ext>
            </a:extLst>
          </p:cNvPr>
          <p:cNvSpPr/>
          <p:nvPr/>
        </p:nvSpPr>
        <p:spPr>
          <a:xfrm>
            <a:off x="10453233" y="5859436"/>
            <a:ext cx="1648733" cy="44560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1296929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C466-2297-4C1B-8079-A514AB8D3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443553"/>
            <a:ext cx="9914859" cy="1325880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87D86-1B97-419B-878E-C18BA725F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709080"/>
            <a:ext cx="5868537" cy="3467881"/>
          </a:xfrm>
        </p:spPr>
        <p:txBody>
          <a:bodyPr/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Providing beachgoers with up-to-date information so they can stay safe on the beach and segmenting the zones, building a model to identify people on the beach water and sand, further counting the people in these zones.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Placeholder 8" descr="Moon in the evening sky">
            <a:extLst>
              <a:ext uri="{FF2B5EF4-FFF2-40B4-BE49-F238E27FC236}">
                <a16:creationId xmlns:a16="http://schemas.microsoft.com/office/drawing/2014/main" id="{B7D17764-41DE-474B-801F-3A31C13890C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" r="26"/>
          <a:stretch/>
        </p:blipFill>
        <p:spPr>
          <a:xfrm>
            <a:off x="7326184" y="2126134"/>
            <a:ext cx="2434622" cy="2503056"/>
          </a:xfrm>
        </p:spPr>
      </p:pic>
      <p:pic>
        <p:nvPicPr>
          <p:cNvPr id="11" name="Picture Placeholder 10" descr="A picture containing sky, outdoor, stars, satellite">
            <a:extLst>
              <a:ext uri="{FF2B5EF4-FFF2-40B4-BE49-F238E27FC236}">
                <a16:creationId xmlns:a16="http://schemas.microsoft.com/office/drawing/2014/main" id="{D47600FE-FF70-4943-A9DC-B1AF91EC0CB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" b="165"/>
          <a:stretch/>
        </p:blipFill>
        <p:spPr>
          <a:xfrm>
            <a:off x="9759092" y="2118839"/>
            <a:ext cx="2432908" cy="2498880"/>
          </a:xfrm>
        </p:spPr>
      </p:pic>
      <p:pic>
        <p:nvPicPr>
          <p:cNvPr id="15" name="Picture Placeholder 14" descr="Star in the evening sky">
            <a:extLst>
              <a:ext uri="{FF2B5EF4-FFF2-40B4-BE49-F238E27FC236}">
                <a16:creationId xmlns:a16="http://schemas.microsoft.com/office/drawing/2014/main" id="{0A64F2A4-8811-44F1-825B-9D04590EB45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1" b="641"/>
          <a:stretch/>
        </p:blipFill>
        <p:spPr>
          <a:xfrm>
            <a:off x="7324344" y="4503573"/>
            <a:ext cx="2434622" cy="2354427"/>
          </a:xfrm>
        </p:spPr>
      </p:pic>
      <p:pic>
        <p:nvPicPr>
          <p:cNvPr id="13" name="Picture Placeholder 12" descr="The Northern Lights ">
            <a:extLst>
              <a:ext uri="{FF2B5EF4-FFF2-40B4-BE49-F238E27FC236}">
                <a16:creationId xmlns:a16="http://schemas.microsoft.com/office/drawing/2014/main" id="{38CED09D-01FE-44EB-A655-6EC0819B7094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0" b="490"/>
          <a:stretch/>
        </p:blipFill>
        <p:spPr>
          <a:xfrm>
            <a:off x="9758966" y="4507560"/>
            <a:ext cx="2434622" cy="2350439"/>
          </a:xfr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CFCA4BA-5731-4BC1-9FF7-23403BFA9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0" y="6433203"/>
            <a:ext cx="693263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296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924B7-710C-4A57-8CFD-02AED0241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3479" y="596393"/>
            <a:ext cx="5618922" cy="5105667"/>
          </a:xfrm>
        </p:spPr>
        <p:txBody>
          <a:bodyPr>
            <a:normAutofit/>
          </a:bodyPr>
          <a:lstStyle/>
          <a:p>
            <a:r>
              <a:rPr lang="en-US" sz="5000" dirty="0"/>
              <a:t>Thank You</a:t>
            </a:r>
          </a:p>
        </p:txBody>
      </p:sp>
      <p:pic>
        <p:nvPicPr>
          <p:cNvPr id="6" name="Picture Placeholder 5" descr="The Northern Lights ">
            <a:extLst>
              <a:ext uri="{FF2B5EF4-FFF2-40B4-BE49-F238E27FC236}">
                <a16:creationId xmlns:a16="http://schemas.microsoft.com/office/drawing/2014/main" id="{331D72FC-DA58-4C81-8A6D-2766DA418FD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"/>
            <a:ext cx="5181600" cy="6857999"/>
          </a:xfr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293E6D-52CE-414C-A9A9-7A3C0CE08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0" y="6433203"/>
            <a:ext cx="693263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355861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96a5e18-327c-41aa-ba81-9cd9a0a3141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9CA384F7DDF947BFC6624F11811306" ma:contentTypeVersion="13" ma:contentTypeDescription="Create a new document." ma:contentTypeScope="" ma:versionID="5a8fc8a4f24494c5795a06ba47a6d700">
  <xsd:schema xmlns:xsd="http://www.w3.org/2001/XMLSchema" xmlns:xs="http://www.w3.org/2001/XMLSchema" xmlns:p="http://schemas.microsoft.com/office/2006/metadata/properties" xmlns:ns3="d96a5e18-327c-41aa-ba81-9cd9a0a3141b" xmlns:ns4="a5618066-e747-45e0-bca1-f4a4cb767c29" targetNamespace="http://schemas.microsoft.com/office/2006/metadata/properties" ma:root="true" ma:fieldsID="9927bc302f822285b5ffa43c59fbe1b2" ns3:_="" ns4:_="">
    <xsd:import namespace="d96a5e18-327c-41aa-ba81-9cd9a0a3141b"/>
    <xsd:import namespace="a5618066-e747-45e0-bca1-f4a4cb767c2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6a5e18-327c-41aa-ba81-9cd9a0a314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618066-e747-45e0-bca1-f4a4cb767c2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61E4D0-D101-4A17-BA61-F29B2B6CFE7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AB8BBB-9A18-4050-923B-7FC6E36DA496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d96a5e18-327c-41aa-ba81-9cd9a0a3141b"/>
    <ds:schemaRef ds:uri="http://purl.org/dc/terms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a5618066-e747-45e0-bca1-f4a4cb767c29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AE66E8A-FA47-4754-9E5A-82512C4F08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6a5e18-327c-41aa-ba81-9cd9a0a3141b"/>
    <ds:schemaRef ds:uri="a5618066-e747-45e0-bca1-f4a4cb767c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Mod overlay design</Template>
  <TotalTime>39974</TotalTime>
  <Words>1302</Words>
  <Application>Microsoft Office PowerPoint</Application>
  <PresentationFormat>Widescreen</PresentationFormat>
  <Paragraphs>290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ADLaM Display</vt:lpstr>
      <vt:lpstr>Arial</vt:lpstr>
      <vt:lpstr>Arial Nova Light</vt:lpstr>
      <vt:lpstr>Calibri</vt:lpstr>
      <vt:lpstr>Elephant</vt:lpstr>
      <vt:lpstr>Times New Roman</vt:lpstr>
      <vt:lpstr>Wingdings</vt:lpstr>
      <vt:lpstr>ModOverlayVTI</vt:lpstr>
      <vt:lpstr>                          Bruce County  Smart Beach Predict People on the Beach</vt:lpstr>
      <vt:lpstr>Agenda</vt:lpstr>
      <vt:lpstr>Introduction</vt:lpstr>
      <vt:lpstr>Team Introduction </vt:lpstr>
      <vt:lpstr>Project Summary</vt:lpstr>
      <vt:lpstr>Project Progress Update</vt:lpstr>
      <vt:lpstr>Project Progress Update</vt:lpstr>
      <vt:lpstr>Code and Output Snippets</vt:lpstr>
      <vt:lpstr>Code and Output Snippets</vt:lpstr>
      <vt:lpstr>Code and Output Snippets</vt:lpstr>
      <vt:lpstr>Code and Output Snippets</vt:lpstr>
      <vt:lpstr>Code and Output Snippets</vt:lpstr>
      <vt:lpstr>Code and Output Snippets</vt:lpstr>
      <vt:lpstr>Code and Output Snippets</vt:lpstr>
      <vt:lpstr>Code and Output Snippets</vt:lpstr>
      <vt:lpstr>Code and Output Snippets</vt:lpstr>
      <vt:lpstr>Code and Output Snippets</vt:lpstr>
      <vt:lpstr>Code and Output Snippets</vt:lpstr>
      <vt:lpstr>Code and Output Snippets</vt:lpstr>
      <vt:lpstr>Code and Output Snippets</vt:lpstr>
      <vt:lpstr>Code and Output Snippets</vt:lpstr>
      <vt:lpstr>Code and Output Snippets</vt:lpstr>
      <vt:lpstr>Code and Output Snippets</vt:lpstr>
      <vt:lpstr>Code and Output Snippets</vt:lpstr>
      <vt:lpstr>Communication plan</vt:lpstr>
      <vt:lpstr>Gantt Chart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Bruce County  Smart Beach Predict People on th Beach</dc:title>
  <dc:creator>Mahima srinivasan</dc:creator>
  <cp:lastModifiedBy>Mahima srinivasan</cp:lastModifiedBy>
  <cp:revision>33</cp:revision>
  <dcterms:created xsi:type="dcterms:W3CDTF">2024-01-22T23:55:43Z</dcterms:created>
  <dcterms:modified xsi:type="dcterms:W3CDTF">2024-04-12T16:47:19Z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0x0101007F9CA384F7DDF947BFC6624F11811306</vt:lpwstr>
  </property>
</Properties>
</file>